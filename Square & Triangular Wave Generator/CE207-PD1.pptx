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3" r:id="rId2"/>
    <p:sldId id="257" r:id="rId3"/>
    <p:sldId id="267" r:id="rId4"/>
    <p:sldId id="268" r:id="rId5"/>
    <p:sldId id="278" r:id="rId6"/>
    <p:sldId id="271" r:id="rId7"/>
    <p:sldId id="265" r:id="rId8"/>
    <p:sldId id="272" r:id="rId9"/>
    <p:sldId id="273" r:id="rId10"/>
    <p:sldId id="275" r:id="rId11"/>
    <p:sldId id="274" r:id="rId1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Red Hat Display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64DD1E7-CB1E-42B3-83F8-8ACAA84D7D76}">
          <p14:sldIdLst>
            <p14:sldId id="263"/>
            <p14:sldId id="257"/>
            <p14:sldId id="267"/>
            <p14:sldId id="268"/>
            <p14:sldId id="278"/>
            <p14:sldId id="271"/>
            <p14:sldId id="265"/>
            <p14:sldId id="272"/>
            <p14:sldId id="273"/>
            <p14:sldId id="275"/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V8hG7gaNpw+lhZuzptkHhUWPz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E6E7C-F963-4CF6-8501-45046CA4BB6F}" v="306" dt="2025-12-16T20:02:11.4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6"/>
  </p:normalViewPr>
  <p:slideViewPr>
    <p:cSldViewPr snapToGrid="0">
      <p:cViewPr varScale="1">
        <p:scale>
          <a:sx n="207" d="100"/>
          <a:sy n="207" d="100"/>
        </p:scale>
        <p:origin x="474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ef AlAbdulrazzaq" userId="3f9f3e38e40c3566" providerId="LiveId" clId="{2FB44D88-6179-4894-B58B-9948606953A5}"/>
    <pc:docChg chg="undo redo custSel addSld delSld modSld sldOrd delMainMaster modSection">
      <pc:chgData name="Yousef AlAbdulrazzaq" userId="3f9f3e38e40c3566" providerId="LiveId" clId="{2FB44D88-6179-4894-B58B-9948606953A5}" dt="2025-12-16T21:51:21.507" v="3545" actId="20577"/>
      <pc:docMkLst>
        <pc:docMk/>
      </pc:docMkLst>
      <pc:sldChg chg="del">
        <pc:chgData name="Yousef AlAbdulrazzaq" userId="3f9f3e38e40c3566" providerId="LiveId" clId="{2FB44D88-6179-4894-B58B-9948606953A5}" dt="2025-12-16T15:35:22.785" v="186" actId="47"/>
        <pc:sldMkLst>
          <pc:docMk/>
          <pc:sldMk cId="3868244559" sldId="256"/>
        </pc:sldMkLst>
      </pc:sldChg>
      <pc:sldChg chg="addSp delSp modSp mod">
        <pc:chgData name="Yousef AlAbdulrazzaq" userId="3f9f3e38e40c3566" providerId="LiveId" clId="{2FB44D88-6179-4894-B58B-9948606953A5}" dt="2025-12-16T19:33:01.237" v="2415" actId="20577"/>
        <pc:sldMkLst>
          <pc:docMk/>
          <pc:sldMk cId="4165623294" sldId="257"/>
        </pc:sldMkLst>
        <pc:spChg chg="add del">
          <ac:chgData name="Yousef AlAbdulrazzaq" userId="3f9f3e38e40c3566" providerId="LiveId" clId="{2FB44D88-6179-4894-B58B-9948606953A5}" dt="2025-12-16T15:35:27.447" v="188" actId="22"/>
          <ac:spMkLst>
            <pc:docMk/>
            <pc:sldMk cId="4165623294" sldId="257"/>
            <ac:spMk id="3" creationId="{9FB2600A-7FB4-C03E-A6AB-2C456FAABFA5}"/>
          </ac:spMkLst>
        </pc:spChg>
        <pc:spChg chg="mod">
          <ac:chgData name="Yousef AlAbdulrazzaq" userId="3f9f3e38e40c3566" providerId="LiveId" clId="{2FB44D88-6179-4894-B58B-9948606953A5}" dt="2025-12-16T15:37:25.058" v="204" actId="20577"/>
          <ac:spMkLst>
            <pc:docMk/>
            <pc:sldMk cId="4165623294" sldId="257"/>
            <ac:spMk id="8" creationId="{125ED521-1805-4ADC-978E-D51BE5C78A03}"/>
          </ac:spMkLst>
        </pc:spChg>
        <pc:spChg chg="mod">
          <ac:chgData name="Yousef AlAbdulrazzaq" userId="3f9f3e38e40c3566" providerId="LiveId" clId="{2FB44D88-6179-4894-B58B-9948606953A5}" dt="2025-12-16T19:33:01.237" v="2415" actId="20577"/>
          <ac:spMkLst>
            <pc:docMk/>
            <pc:sldMk cId="4165623294" sldId="257"/>
            <ac:spMk id="9" creationId="{396D27AE-C6BE-4E7E-97F3-EB824CA2BA0C}"/>
          </ac:spMkLst>
        </pc:spChg>
      </pc:sldChg>
      <pc:sldChg chg="del">
        <pc:chgData name="Yousef AlAbdulrazzaq" userId="3f9f3e38e40c3566" providerId="LiveId" clId="{2FB44D88-6179-4894-B58B-9948606953A5}" dt="2025-12-16T11:33:49.987" v="173" actId="47"/>
        <pc:sldMkLst>
          <pc:docMk/>
          <pc:sldMk cId="2144682999" sldId="258"/>
        </pc:sldMkLst>
      </pc:sldChg>
      <pc:sldChg chg="addSp modSp mod">
        <pc:chgData name="Yousef AlAbdulrazzaq" userId="3f9f3e38e40c3566" providerId="LiveId" clId="{2FB44D88-6179-4894-B58B-9948606953A5}" dt="2025-12-16T11:32:42.448" v="172" actId="14100"/>
        <pc:sldMkLst>
          <pc:docMk/>
          <pc:sldMk cId="3998313658" sldId="263"/>
        </pc:sldMkLst>
        <pc:spChg chg="add mod">
          <ac:chgData name="Yousef AlAbdulrazzaq" userId="3f9f3e38e40c3566" providerId="LiveId" clId="{2FB44D88-6179-4894-B58B-9948606953A5}" dt="2025-12-12T22:30:26.143" v="111" actId="20577"/>
          <ac:spMkLst>
            <pc:docMk/>
            <pc:sldMk cId="3998313658" sldId="263"/>
            <ac:spMk id="2" creationId="{FDAA3C43-92E0-F5A2-E3F7-E8FE9709E563}"/>
          </ac:spMkLst>
        </pc:spChg>
        <pc:spChg chg="mod">
          <ac:chgData name="Yousef AlAbdulrazzaq" userId="3f9f3e38e40c3566" providerId="LiveId" clId="{2FB44D88-6179-4894-B58B-9948606953A5}" dt="2025-12-16T11:32:42.448" v="172" actId="14100"/>
          <ac:spMkLst>
            <pc:docMk/>
            <pc:sldMk cId="3998313658" sldId="263"/>
            <ac:spMk id="4" creationId="{987C560F-F4A7-40EA-8498-4733461922E3}"/>
          </ac:spMkLst>
        </pc:spChg>
      </pc:sldChg>
      <pc:sldChg chg="addSp delSp modSp add del mod">
        <pc:chgData name="Yousef AlAbdulrazzaq" userId="3f9f3e38e40c3566" providerId="LiveId" clId="{2FB44D88-6179-4894-B58B-9948606953A5}" dt="2025-12-16T19:54:06.157" v="3354" actId="47"/>
        <pc:sldMkLst>
          <pc:docMk/>
          <pc:sldMk cId="1834099720" sldId="264"/>
        </pc:sldMkLst>
      </pc:sldChg>
      <pc:sldChg chg="addSp delSp modSp add mod">
        <pc:chgData name="Yousef AlAbdulrazzaq" userId="3f9f3e38e40c3566" providerId="LiveId" clId="{2FB44D88-6179-4894-B58B-9948606953A5}" dt="2025-12-16T16:16:01.172" v="1645" actId="1076"/>
        <pc:sldMkLst>
          <pc:docMk/>
          <pc:sldMk cId="71324060" sldId="265"/>
        </pc:sldMkLst>
        <pc:spChg chg="add mod">
          <ac:chgData name="Yousef AlAbdulrazzaq" userId="3f9f3e38e40c3566" providerId="LiveId" clId="{2FB44D88-6179-4894-B58B-9948606953A5}" dt="2025-12-16T16:00:25.048" v="1264" actId="20577"/>
          <ac:spMkLst>
            <pc:docMk/>
            <pc:sldMk cId="71324060" sldId="265"/>
            <ac:spMk id="2" creationId="{14ECB0C0-3DD3-CE7A-457E-2421DBE79A39}"/>
          </ac:spMkLst>
        </pc:spChg>
        <pc:picChg chg="add del mod">
          <ac:chgData name="Yousef AlAbdulrazzaq" userId="3f9f3e38e40c3566" providerId="LiveId" clId="{2FB44D88-6179-4894-B58B-9948606953A5}" dt="2025-12-16T16:15:52.656" v="1639" actId="478"/>
          <ac:picMkLst>
            <pc:docMk/>
            <pc:sldMk cId="71324060" sldId="265"/>
            <ac:picMk id="3" creationId="{7BA320D6-625F-EF8A-526B-DE75AB1C2F9D}"/>
          </ac:picMkLst>
        </pc:picChg>
        <pc:picChg chg="add del mod">
          <ac:chgData name="Yousef AlAbdulrazzaq" userId="3f9f3e38e40c3566" providerId="LiveId" clId="{2FB44D88-6179-4894-B58B-9948606953A5}" dt="2025-12-16T11:15:49.658" v="128" actId="478"/>
          <ac:picMkLst>
            <pc:docMk/>
            <pc:sldMk cId="71324060" sldId="265"/>
            <ac:picMk id="4" creationId="{E2518586-19FE-75BE-907B-19B7156FE46F}"/>
          </ac:picMkLst>
        </pc:picChg>
        <pc:picChg chg="add mod ord">
          <ac:chgData name="Yousef AlAbdulrazzaq" userId="3f9f3e38e40c3566" providerId="LiveId" clId="{2FB44D88-6179-4894-B58B-9948606953A5}" dt="2025-12-16T16:16:01.172" v="1645" actId="1076"/>
          <ac:picMkLst>
            <pc:docMk/>
            <pc:sldMk cId="71324060" sldId="265"/>
            <ac:picMk id="5" creationId="{6BF484FA-631E-A9BA-8F07-C5F81A45E8A5}"/>
          </ac:picMkLst>
        </pc:picChg>
      </pc:sldChg>
      <pc:sldChg chg="addSp delSp modSp add del mod ord">
        <pc:chgData name="Yousef AlAbdulrazzaq" userId="3f9f3e38e40c3566" providerId="LiveId" clId="{2FB44D88-6179-4894-B58B-9948606953A5}" dt="2025-12-16T19:51:50.679" v="3296" actId="47"/>
        <pc:sldMkLst>
          <pc:docMk/>
          <pc:sldMk cId="598591044" sldId="266"/>
        </pc:sldMkLst>
        <pc:picChg chg="add del mod">
          <ac:chgData name="Yousef AlAbdulrazzaq" userId="3f9f3e38e40c3566" providerId="LiveId" clId="{2FB44D88-6179-4894-B58B-9948606953A5}" dt="2025-12-16T16:16:11.460" v="1646" actId="478"/>
          <ac:picMkLst>
            <pc:docMk/>
            <pc:sldMk cId="598591044" sldId="266"/>
            <ac:picMk id="3" creationId="{DCED7DC6-5969-96E2-AADE-A432EF2D3212}"/>
          </ac:picMkLst>
        </pc:picChg>
        <pc:picChg chg="del">
          <ac:chgData name="Yousef AlAbdulrazzaq" userId="3f9f3e38e40c3566" providerId="LiveId" clId="{2FB44D88-6179-4894-B58B-9948606953A5}" dt="2025-12-16T11:14:50.738" v="124" actId="478"/>
          <ac:picMkLst>
            <pc:docMk/>
            <pc:sldMk cId="598591044" sldId="266"/>
            <ac:picMk id="4" creationId="{70D8758F-164D-444B-A38A-32B2402A5FC0}"/>
          </ac:picMkLst>
        </pc:picChg>
        <pc:picChg chg="add mod">
          <ac:chgData name="Yousef AlAbdulrazzaq" userId="3f9f3e38e40c3566" providerId="LiveId" clId="{2FB44D88-6179-4894-B58B-9948606953A5}" dt="2025-12-16T16:16:15.126" v="1651" actId="1076"/>
          <ac:picMkLst>
            <pc:docMk/>
            <pc:sldMk cId="598591044" sldId="266"/>
            <ac:picMk id="4" creationId="{B9A29A40-BF44-4978-6B57-39EAA310192B}"/>
          </ac:picMkLst>
        </pc:picChg>
      </pc:sldChg>
      <pc:sldChg chg="modSp add del">
        <pc:chgData name="Yousef AlAbdulrazzaq" userId="3f9f3e38e40c3566" providerId="LiveId" clId="{2FB44D88-6179-4894-B58B-9948606953A5}" dt="2025-12-16T11:34:10.774" v="182" actId="47"/>
        <pc:sldMkLst>
          <pc:docMk/>
          <pc:sldMk cId="821851293" sldId="267"/>
        </pc:sldMkLst>
        <pc:spChg chg="mod">
          <ac:chgData name="Yousef AlAbdulrazzaq" userId="3f9f3e38e40c3566" providerId="LiveId" clId="{2FB44D88-6179-4894-B58B-9948606953A5}" dt="2025-12-16T11:33:53.344" v="174"/>
          <ac:spMkLst>
            <pc:docMk/>
            <pc:sldMk cId="821851293" sldId="267"/>
            <ac:spMk id="4" creationId="{8B17A0FD-52AA-F5AB-33A2-9D16EEE60892}"/>
          </ac:spMkLst>
        </pc:spChg>
      </pc:sldChg>
      <pc:sldChg chg="modSp add mod">
        <pc:chgData name="Yousef AlAbdulrazzaq" userId="3f9f3e38e40c3566" providerId="LiveId" clId="{2FB44D88-6179-4894-B58B-9948606953A5}" dt="2025-12-16T19:56:20.973" v="3387" actId="27636"/>
        <pc:sldMkLst>
          <pc:docMk/>
          <pc:sldMk cId="1812767727" sldId="267"/>
        </pc:sldMkLst>
        <pc:spChg chg="mod">
          <ac:chgData name="Yousef AlAbdulrazzaq" userId="3f9f3e38e40c3566" providerId="LiveId" clId="{2FB44D88-6179-4894-B58B-9948606953A5}" dt="2025-12-16T15:37:11.259" v="191"/>
          <ac:spMkLst>
            <pc:docMk/>
            <pc:sldMk cId="1812767727" sldId="267"/>
            <ac:spMk id="4" creationId="{1300B665-A4F2-DA61-F9C1-C93EDE6A7C95}"/>
          </ac:spMkLst>
        </pc:spChg>
        <pc:spChg chg="mod">
          <ac:chgData name="Yousef AlAbdulrazzaq" userId="3f9f3e38e40c3566" providerId="LiveId" clId="{2FB44D88-6179-4894-B58B-9948606953A5}" dt="2025-12-16T15:55:49.198" v="994" actId="20577"/>
          <ac:spMkLst>
            <pc:docMk/>
            <pc:sldMk cId="1812767727" sldId="267"/>
            <ac:spMk id="8" creationId="{4387F9B2-038E-AB94-7214-836ACD1FF111}"/>
          </ac:spMkLst>
        </pc:spChg>
        <pc:spChg chg="mod">
          <ac:chgData name="Yousef AlAbdulrazzaq" userId="3f9f3e38e40c3566" providerId="LiveId" clId="{2FB44D88-6179-4894-B58B-9948606953A5}" dt="2025-12-16T19:56:20.973" v="3387" actId="27636"/>
          <ac:spMkLst>
            <pc:docMk/>
            <pc:sldMk cId="1812767727" sldId="267"/>
            <ac:spMk id="9" creationId="{30517D88-B601-B326-E348-6AA199ADE1FC}"/>
          </ac:spMkLst>
        </pc:spChg>
      </pc:sldChg>
      <pc:sldChg chg="modSp add del">
        <pc:chgData name="Yousef AlAbdulrazzaq" userId="3f9f3e38e40c3566" providerId="LiveId" clId="{2FB44D88-6179-4894-B58B-9948606953A5}" dt="2025-12-16T15:35:35.330" v="190" actId="47"/>
        <pc:sldMkLst>
          <pc:docMk/>
          <pc:sldMk cId="2794752891" sldId="267"/>
        </pc:sldMkLst>
        <pc:spChg chg="mod">
          <ac:chgData name="Yousef AlAbdulrazzaq" userId="3f9f3e38e40c3566" providerId="LiveId" clId="{2FB44D88-6179-4894-B58B-9948606953A5}" dt="2025-12-16T15:35:29.019" v="189"/>
          <ac:spMkLst>
            <pc:docMk/>
            <pc:sldMk cId="2794752891" sldId="267"/>
            <ac:spMk id="4" creationId="{AF6D198A-CC8F-CB2B-A0B6-283772996A3E}"/>
          </ac:spMkLst>
        </pc:spChg>
      </pc:sldChg>
      <pc:sldChg chg="modSp add mod">
        <pc:chgData name="Yousef AlAbdulrazzaq" userId="3f9f3e38e40c3566" providerId="LiveId" clId="{2FB44D88-6179-4894-B58B-9948606953A5}" dt="2025-12-16T16:14:38.825" v="1638" actId="403"/>
        <pc:sldMkLst>
          <pc:docMk/>
          <pc:sldMk cId="1693023569" sldId="268"/>
        </pc:sldMkLst>
        <pc:spChg chg="mod">
          <ac:chgData name="Yousef AlAbdulrazzaq" userId="3f9f3e38e40c3566" providerId="LiveId" clId="{2FB44D88-6179-4894-B58B-9948606953A5}" dt="2025-12-16T15:37:11.489" v="192"/>
          <ac:spMkLst>
            <pc:docMk/>
            <pc:sldMk cId="1693023569" sldId="268"/>
            <ac:spMk id="4" creationId="{A9FDC66E-8936-5AF1-3F8C-44E97AA52F6A}"/>
          </ac:spMkLst>
        </pc:spChg>
        <pc:spChg chg="mod">
          <ac:chgData name="Yousef AlAbdulrazzaq" userId="3f9f3e38e40c3566" providerId="LiveId" clId="{2FB44D88-6179-4894-B58B-9948606953A5}" dt="2025-12-16T15:55:56.335" v="1006" actId="20577"/>
          <ac:spMkLst>
            <pc:docMk/>
            <pc:sldMk cId="1693023569" sldId="268"/>
            <ac:spMk id="8" creationId="{04B24B04-E991-E1CC-2B42-5F959BCEFE4A}"/>
          </ac:spMkLst>
        </pc:spChg>
        <pc:spChg chg="mod">
          <ac:chgData name="Yousef AlAbdulrazzaq" userId="3f9f3e38e40c3566" providerId="LiveId" clId="{2FB44D88-6179-4894-B58B-9948606953A5}" dt="2025-12-16T16:14:38.825" v="1638" actId="403"/>
          <ac:spMkLst>
            <pc:docMk/>
            <pc:sldMk cId="1693023569" sldId="268"/>
            <ac:spMk id="9" creationId="{4AC65D97-985C-2088-3A0C-D1767DB3B6AD}"/>
          </ac:spMkLst>
        </pc:spChg>
      </pc:sldChg>
      <pc:sldChg chg="modSp add del">
        <pc:chgData name="Yousef AlAbdulrazzaq" userId="3f9f3e38e40c3566" providerId="LiveId" clId="{2FB44D88-6179-4894-B58B-9948606953A5}" dt="2025-12-16T11:34:11.361" v="183" actId="47"/>
        <pc:sldMkLst>
          <pc:docMk/>
          <pc:sldMk cId="3020818724" sldId="268"/>
        </pc:sldMkLst>
        <pc:spChg chg="mod">
          <ac:chgData name="Yousef AlAbdulrazzaq" userId="3f9f3e38e40c3566" providerId="LiveId" clId="{2FB44D88-6179-4894-B58B-9948606953A5}" dt="2025-12-16T11:33:53.638" v="175"/>
          <ac:spMkLst>
            <pc:docMk/>
            <pc:sldMk cId="3020818724" sldId="268"/>
            <ac:spMk id="4" creationId="{F7B3BAB6-085B-B878-A99F-2BDFC553A36C}"/>
          </ac:spMkLst>
        </pc:spChg>
      </pc:sldChg>
      <pc:sldChg chg="modSp add del">
        <pc:chgData name="Yousef AlAbdulrazzaq" userId="3f9f3e38e40c3566" providerId="LiveId" clId="{2FB44D88-6179-4894-B58B-9948606953A5}" dt="2025-12-16T15:35:21.511" v="184" actId="47"/>
        <pc:sldMkLst>
          <pc:docMk/>
          <pc:sldMk cId="1079386810" sldId="269"/>
        </pc:sldMkLst>
        <pc:spChg chg="mod">
          <ac:chgData name="Yousef AlAbdulrazzaq" userId="3f9f3e38e40c3566" providerId="LiveId" clId="{2FB44D88-6179-4894-B58B-9948606953A5}" dt="2025-12-16T11:33:53.882" v="176"/>
          <ac:spMkLst>
            <pc:docMk/>
            <pc:sldMk cId="1079386810" sldId="269"/>
            <ac:spMk id="4" creationId="{5B8A4A2D-A99C-A77D-358D-8BCDEB1770B5}"/>
          </ac:spMkLst>
        </pc:spChg>
      </pc:sldChg>
      <pc:sldChg chg="delSp modSp add del mod">
        <pc:chgData name="Yousef AlAbdulrazzaq" userId="3f9f3e38e40c3566" providerId="LiveId" clId="{2FB44D88-6179-4894-B58B-9948606953A5}" dt="2025-12-16T15:51:59.262" v="691" actId="47"/>
        <pc:sldMkLst>
          <pc:docMk/>
          <pc:sldMk cId="2658309640" sldId="269"/>
        </pc:sldMkLst>
        <pc:spChg chg="mod">
          <ac:chgData name="Yousef AlAbdulrazzaq" userId="3f9f3e38e40c3566" providerId="LiveId" clId="{2FB44D88-6179-4894-B58B-9948606953A5}" dt="2025-12-16T15:37:11.672" v="193"/>
          <ac:spMkLst>
            <pc:docMk/>
            <pc:sldMk cId="2658309640" sldId="269"/>
            <ac:spMk id="4" creationId="{69B8738B-EED5-C48B-5B68-0BD1DE7B9162}"/>
          </ac:spMkLst>
        </pc:spChg>
        <pc:spChg chg="mod">
          <ac:chgData name="Yousef AlAbdulrazzaq" userId="3f9f3e38e40c3566" providerId="LiveId" clId="{2FB44D88-6179-4894-B58B-9948606953A5}" dt="2025-12-16T15:39:17.631" v="396" actId="20577"/>
          <ac:spMkLst>
            <pc:docMk/>
            <pc:sldMk cId="2658309640" sldId="269"/>
            <ac:spMk id="8" creationId="{E6F5D7F9-EBF8-2DA5-876B-DC3EDAAF18ED}"/>
          </ac:spMkLst>
        </pc:spChg>
        <pc:spChg chg="del mod">
          <ac:chgData name="Yousef AlAbdulrazzaq" userId="3f9f3e38e40c3566" providerId="LiveId" clId="{2FB44D88-6179-4894-B58B-9948606953A5}" dt="2025-12-16T15:39:21.692" v="398" actId="478"/>
          <ac:spMkLst>
            <pc:docMk/>
            <pc:sldMk cId="2658309640" sldId="269"/>
            <ac:spMk id="9" creationId="{3106B177-2489-649B-6A34-5E50979357A2}"/>
          </ac:spMkLst>
        </pc:spChg>
      </pc:sldChg>
      <pc:sldChg chg="modSp add del">
        <pc:chgData name="Yousef AlAbdulrazzaq" userId="3f9f3e38e40c3566" providerId="LiveId" clId="{2FB44D88-6179-4894-B58B-9948606953A5}" dt="2025-12-16T15:35:22.187" v="185" actId="47"/>
        <pc:sldMkLst>
          <pc:docMk/>
          <pc:sldMk cId="58283896" sldId="270"/>
        </pc:sldMkLst>
        <pc:spChg chg="mod">
          <ac:chgData name="Yousef AlAbdulrazzaq" userId="3f9f3e38e40c3566" providerId="LiveId" clId="{2FB44D88-6179-4894-B58B-9948606953A5}" dt="2025-12-16T11:33:54.161" v="177"/>
          <ac:spMkLst>
            <pc:docMk/>
            <pc:sldMk cId="58283896" sldId="270"/>
            <ac:spMk id="4" creationId="{A0F6876B-53EE-0801-BE68-1B6008FC215F}"/>
          </ac:spMkLst>
        </pc:spChg>
      </pc:sldChg>
      <pc:sldChg chg="modSp add del">
        <pc:chgData name="Yousef AlAbdulrazzaq" userId="3f9f3e38e40c3566" providerId="LiveId" clId="{2FB44D88-6179-4894-B58B-9948606953A5}" dt="2025-12-16T16:01:31.635" v="1274" actId="47"/>
        <pc:sldMkLst>
          <pc:docMk/>
          <pc:sldMk cId="282664147" sldId="270"/>
        </pc:sldMkLst>
        <pc:spChg chg="mod">
          <ac:chgData name="Yousef AlAbdulrazzaq" userId="3f9f3e38e40c3566" providerId="LiveId" clId="{2FB44D88-6179-4894-B58B-9948606953A5}" dt="2025-12-16T15:37:11.846" v="194"/>
          <ac:spMkLst>
            <pc:docMk/>
            <pc:sldMk cId="282664147" sldId="270"/>
            <ac:spMk id="4" creationId="{BD5110FF-878C-F837-3406-9563D74B5085}"/>
          </ac:spMkLst>
        </pc:spChg>
      </pc:sldChg>
      <pc:sldChg chg="addSp delSp modSp add del mod">
        <pc:chgData name="Yousef AlAbdulrazzaq" userId="3f9f3e38e40c3566" providerId="LiveId" clId="{2FB44D88-6179-4894-B58B-9948606953A5}" dt="2025-12-16T19:47:28.608" v="3045" actId="1076"/>
        <pc:sldMkLst>
          <pc:docMk/>
          <pc:sldMk cId="2606478931" sldId="271"/>
        </pc:sldMkLst>
        <pc:spChg chg="add mod">
          <ac:chgData name="Yousef AlAbdulrazzaq" userId="3f9f3e38e40c3566" providerId="LiveId" clId="{2FB44D88-6179-4894-B58B-9948606953A5}" dt="2025-12-16T15:50:27.906" v="674" actId="1076"/>
          <ac:spMkLst>
            <pc:docMk/>
            <pc:sldMk cId="2606478931" sldId="271"/>
            <ac:spMk id="2" creationId="{8FAFF3B1-B32A-9A47-F53F-4BD454CABBBC}"/>
          </ac:spMkLst>
        </pc:spChg>
        <pc:spChg chg="add mod ord">
          <ac:chgData name="Yousef AlAbdulrazzaq" userId="3f9f3e38e40c3566" providerId="LiveId" clId="{2FB44D88-6179-4894-B58B-9948606953A5}" dt="2025-12-16T19:38:20.355" v="2889" actId="20577"/>
          <ac:spMkLst>
            <pc:docMk/>
            <pc:sldMk cId="2606478931" sldId="271"/>
            <ac:spMk id="3" creationId="{386BE0EE-3A3B-1418-58C9-7BF0310DED15}"/>
          </ac:spMkLst>
        </pc:spChg>
        <pc:spChg chg="mod">
          <ac:chgData name="Yousef AlAbdulrazzaq" userId="3f9f3e38e40c3566" providerId="LiveId" clId="{2FB44D88-6179-4894-B58B-9948606953A5}" dt="2025-12-16T15:40:25.857" v="399"/>
          <ac:spMkLst>
            <pc:docMk/>
            <pc:sldMk cId="2606478931" sldId="271"/>
            <ac:spMk id="4" creationId="{B251190E-799B-69C4-460D-09B896C5E925}"/>
          </ac:spMkLst>
        </pc:spChg>
        <pc:spChg chg="add del mod ord">
          <ac:chgData name="Yousef AlAbdulrazzaq" userId="3f9f3e38e40c3566" providerId="LiveId" clId="{2FB44D88-6179-4894-B58B-9948606953A5}" dt="2025-12-16T19:47:02.417" v="3034" actId="164"/>
          <ac:spMkLst>
            <pc:docMk/>
            <pc:sldMk cId="2606478931" sldId="271"/>
            <ac:spMk id="5" creationId="{2A6E5550-6696-EC68-EFEB-35FE5CE75636}"/>
          </ac:spMkLst>
        </pc:spChg>
        <pc:spChg chg="add mod ord">
          <ac:chgData name="Yousef AlAbdulrazzaq" userId="3f9f3e38e40c3566" providerId="LiveId" clId="{2FB44D88-6179-4894-B58B-9948606953A5}" dt="2025-12-16T19:38:23.295" v="2892" actId="20577"/>
          <ac:spMkLst>
            <pc:docMk/>
            <pc:sldMk cId="2606478931" sldId="271"/>
            <ac:spMk id="6" creationId="{80C5B675-3108-2B8A-8912-8C935066886A}"/>
          </ac:spMkLst>
        </pc:spChg>
        <pc:spChg chg="add del mod ord">
          <ac:chgData name="Yousef AlAbdulrazzaq" userId="3f9f3e38e40c3566" providerId="LiveId" clId="{2FB44D88-6179-4894-B58B-9948606953A5}" dt="2025-12-16T15:50:29.750" v="675" actId="478"/>
          <ac:spMkLst>
            <pc:docMk/>
            <pc:sldMk cId="2606478931" sldId="271"/>
            <ac:spMk id="7" creationId="{643AD7E9-C497-70C8-13A3-0FD46851EE8E}"/>
          </ac:spMkLst>
        </pc:spChg>
        <pc:spChg chg="mod">
          <ac:chgData name="Yousef AlAbdulrazzaq" userId="3f9f3e38e40c3566" providerId="LiveId" clId="{2FB44D88-6179-4894-B58B-9948606953A5}" dt="2025-12-16T15:41:17.598" v="435" actId="20577"/>
          <ac:spMkLst>
            <pc:docMk/>
            <pc:sldMk cId="2606478931" sldId="271"/>
            <ac:spMk id="8" creationId="{AD3B8CD8-E560-8435-EC82-383F275F4099}"/>
          </ac:spMkLst>
        </pc:spChg>
        <pc:spChg chg="del mod">
          <ac:chgData name="Yousef AlAbdulrazzaq" userId="3f9f3e38e40c3566" providerId="LiveId" clId="{2FB44D88-6179-4894-B58B-9948606953A5}" dt="2025-12-16T15:41:21.788" v="437" actId="21"/>
          <ac:spMkLst>
            <pc:docMk/>
            <pc:sldMk cId="2606478931" sldId="271"/>
            <ac:spMk id="9" creationId="{3C6084C8-D80D-CEF7-6C20-E3262BE4E492}"/>
          </ac:spMkLst>
        </pc:spChg>
        <pc:spChg chg="add mod ord topLvl">
          <ac:chgData name="Yousef AlAbdulrazzaq" userId="3f9f3e38e40c3566" providerId="LiveId" clId="{2FB44D88-6179-4894-B58B-9948606953A5}" dt="2025-12-16T19:44:07.857" v="2980" actId="164"/>
          <ac:spMkLst>
            <pc:docMk/>
            <pc:sldMk cId="2606478931" sldId="271"/>
            <ac:spMk id="10" creationId="{19502FB9-C980-83F8-0873-6574B1550C0A}"/>
          </ac:spMkLst>
        </pc:spChg>
        <pc:spChg chg="add mod">
          <ac:chgData name="Yousef AlAbdulrazzaq" userId="3f9f3e38e40c3566" providerId="LiveId" clId="{2FB44D88-6179-4894-B58B-9948606953A5}" dt="2025-12-16T19:39:57.712" v="2914"/>
          <ac:spMkLst>
            <pc:docMk/>
            <pc:sldMk cId="2606478931" sldId="271"/>
            <ac:spMk id="34" creationId="{47C56B04-7706-CAB4-0F3B-C8F583D2AC7E}"/>
          </ac:spMkLst>
        </pc:spChg>
        <pc:grpChg chg="add del mod">
          <ac:chgData name="Yousef AlAbdulrazzaq" userId="3f9f3e38e40c3566" providerId="LiveId" clId="{2FB44D88-6179-4894-B58B-9948606953A5}" dt="2025-12-16T19:44:42.121" v="2988" actId="478"/>
          <ac:grpSpMkLst>
            <pc:docMk/>
            <pc:sldMk cId="2606478931" sldId="271"/>
            <ac:grpSpMk id="11" creationId="{6F3B7AD5-9A39-BD40-CC78-BDACA78EB83B}"/>
          </ac:grpSpMkLst>
        </pc:grpChg>
        <pc:grpChg chg="add del mod">
          <ac:chgData name="Yousef AlAbdulrazzaq" userId="3f9f3e38e40c3566" providerId="LiveId" clId="{2FB44D88-6179-4894-B58B-9948606953A5}" dt="2025-12-16T19:38:40.273" v="2893" actId="165"/>
          <ac:grpSpMkLst>
            <pc:docMk/>
            <pc:sldMk cId="2606478931" sldId="271"/>
            <ac:grpSpMk id="12" creationId="{05745ACC-52AE-2E0E-D0D1-046EBA9C07A8}"/>
          </ac:grpSpMkLst>
        </pc:grpChg>
        <pc:grpChg chg="add del mod">
          <ac:chgData name="Yousef AlAbdulrazzaq" userId="3f9f3e38e40c3566" providerId="LiveId" clId="{2FB44D88-6179-4894-B58B-9948606953A5}" dt="2025-12-16T19:42:27.443" v="2963" actId="165"/>
          <ac:grpSpMkLst>
            <pc:docMk/>
            <pc:sldMk cId="2606478931" sldId="271"/>
            <ac:grpSpMk id="1024" creationId="{D92400C2-5CC1-B938-3439-CB014B9E8D75}"/>
          </ac:grpSpMkLst>
        </pc:grpChg>
        <pc:grpChg chg="add mod">
          <ac:chgData name="Yousef AlAbdulrazzaq" userId="3f9f3e38e40c3566" providerId="LiveId" clId="{2FB44D88-6179-4894-B58B-9948606953A5}" dt="2025-12-16T19:43:43.683" v="2977" actId="164"/>
          <ac:grpSpMkLst>
            <pc:docMk/>
            <pc:sldMk cId="2606478931" sldId="271"/>
            <ac:grpSpMk id="1025" creationId="{0777B415-D697-D4FD-28EE-2236B1E95B15}"/>
          </ac:grpSpMkLst>
        </pc:grpChg>
        <pc:grpChg chg="add mod">
          <ac:chgData name="Yousef AlAbdulrazzaq" userId="3f9f3e38e40c3566" providerId="LiveId" clId="{2FB44D88-6179-4894-B58B-9948606953A5}" dt="2025-12-16T19:43:52.903" v="2978" actId="164"/>
          <ac:grpSpMkLst>
            <pc:docMk/>
            <pc:sldMk cId="2606478931" sldId="271"/>
            <ac:grpSpMk id="1027" creationId="{A93C1AB8-293F-A638-B352-FA62AADC3F4B}"/>
          </ac:grpSpMkLst>
        </pc:grpChg>
        <pc:grpChg chg="add mod">
          <ac:chgData name="Yousef AlAbdulrazzaq" userId="3f9f3e38e40c3566" providerId="LiveId" clId="{2FB44D88-6179-4894-B58B-9948606953A5}" dt="2025-12-16T19:44:04.229" v="2979" actId="164"/>
          <ac:grpSpMkLst>
            <pc:docMk/>
            <pc:sldMk cId="2606478931" sldId="271"/>
            <ac:grpSpMk id="1029" creationId="{FB393A51-5220-A9A5-F1C8-C4D95DA99CFA}"/>
          </ac:grpSpMkLst>
        </pc:grpChg>
        <pc:grpChg chg="add mod">
          <ac:chgData name="Yousef AlAbdulrazzaq" userId="3f9f3e38e40c3566" providerId="LiveId" clId="{2FB44D88-6179-4894-B58B-9948606953A5}" dt="2025-12-16T19:44:07.857" v="2980" actId="164"/>
          <ac:grpSpMkLst>
            <pc:docMk/>
            <pc:sldMk cId="2606478931" sldId="271"/>
            <ac:grpSpMk id="1031" creationId="{F76F21C2-A688-6097-AB07-402430273909}"/>
          </ac:grpSpMkLst>
        </pc:grpChg>
        <pc:grpChg chg="add mod">
          <ac:chgData name="Yousef AlAbdulrazzaq" userId="3f9f3e38e40c3566" providerId="LiveId" clId="{2FB44D88-6179-4894-B58B-9948606953A5}" dt="2025-12-16T19:44:28.949" v="2983" actId="1076"/>
          <ac:grpSpMkLst>
            <pc:docMk/>
            <pc:sldMk cId="2606478931" sldId="271"/>
            <ac:grpSpMk id="1032" creationId="{9403D57E-B079-E83A-3B1F-611FC0E25D96}"/>
          </ac:grpSpMkLst>
        </pc:grpChg>
        <pc:grpChg chg="add mod">
          <ac:chgData name="Yousef AlAbdulrazzaq" userId="3f9f3e38e40c3566" providerId="LiveId" clId="{2FB44D88-6179-4894-B58B-9948606953A5}" dt="2025-12-16T19:47:02.417" v="3034" actId="164"/>
          <ac:grpSpMkLst>
            <pc:docMk/>
            <pc:sldMk cId="2606478931" sldId="271"/>
            <ac:grpSpMk id="1053" creationId="{F6773E55-5C2B-F5CE-F007-E13246123D8F}"/>
          </ac:grpSpMkLst>
        </pc:grpChg>
        <pc:grpChg chg="add mod">
          <ac:chgData name="Yousef AlAbdulrazzaq" userId="3f9f3e38e40c3566" providerId="LiveId" clId="{2FB44D88-6179-4894-B58B-9948606953A5}" dt="2025-12-16T19:47:02.417" v="3034" actId="164"/>
          <ac:grpSpMkLst>
            <pc:docMk/>
            <pc:sldMk cId="2606478931" sldId="271"/>
            <ac:grpSpMk id="1054" creationId="{89334520-5E17-7EAE-1D83-35CE51C384E9}"/>
          </ac:grpSpMkLst>
        </pc:grpChg>
        <pc:grpChg chg="add mod">
          <ac:chgData name="Yousef AlAbdulrazzaq" userId="3f9f3e38e40c3566" providerId="LiveId" clId="{2FB44D88-6179-4894-B58B-9948606953A5}" dt="2025-12-16T19:47:02.417" v="3034" actId="164"/>
          <ac:grpSpMkLst>
            <pc:docMk/>
            <pc:sldMk cId="2606478931" sldId="271"/>
            <ac:grpSpMk id="1059" creationId="{57C6F3F6-B78C-CF74-D200-AEBFB944FE03}"/>
          </ac:grpSpMkLst>
        </pc:grpChg>
        <pc:grpChg chg="add mod">
          <ac:chgData name="Yousef AlAbdulrazzaq" userId="3f9f3e38e40c3566" providerId="LiveId" clId="{2FB44D88-6179-4894-B58B-9948606953A5}" dt="2025-12-16T19:47:13.447" v="3038" actId="1076"/>
          <ac:grpSpMkLst>
            <pc:docMk/>
            <pc:sldMk cId="2606478931" sldId="271"/>
            <ac:grpSpMk id="1061" creationId="{3DFC4059-F0A2-A2B4-378C-C1DF599564F5}"/>
          </ac:grpSpMkLst>
        </pc:grpChg>
        <pc:grpChg chg="add mod">
          <ac:chgData name="Yousef AlAbdulrazzaq" userId="3f9f3e38e40c3566" providerId="LiveId" clId="{2FB44D88-6179-4894-B58B-9948606953A5}" dt="2025-12-16T19:47:18.834" v="3041" actId="1076"/>
          <ac:grpSpMkLst>
            <pc:docMk/>
            <pc:sldMk cId="2606478931" sldId="271"/>
            <ac:grpSpMk id="1064" creationId="{A14C8549-84C2-C55C-96FD-AF6662EBD3B2}"/>
          </ac:grpSpMkLst>
        </pc:grpChg>
        <pc:grpChg chg="add mod">
          <ac:chgData name="Yousef AlAbdulrazzaq" userId="3f9f3e38e40c3566" providerId="LiveId" clId="{2FB44D88-6179-4894-B58B-9948606953A5}" dt="2025-12-16T19:47:28.608" v="3045" actId="1076"/>
          <ac:grpSpMkLst>
            <pc:docMk/>
            <pc:sldMk cId="2606478931" sldId="271"/>
            <ac:grpSpMk id="1067" creationId="{0E23122D-B038-769C-6B4F-4717767099B8}"/>
          </ac:grpSpMkLst>
        </pc:grpChg>
        <pc:grpChg chg="add mod">
          <ac:chgData name="Yousef AlAbdulrazzaq" userId="3f9f3e38e40c3566" providerId="LiveId" clId="{2FB44D88-6179-4894-B58B-9948606953A5}" dt="2025-12-16T19:47:24.592" v="3044" actId="1076"/>
          <ac:grpSpMkLst>
            <pc:docMk/>
            <pc:sldMk cId="2606478931" sldId="271"/>
            <ac:grpSpMk id="1070" creationId="{E8E0EABC-F5E6-7308-3A80-34E19A9400DD}"/>
          </ac:grpSpMkLst>
        </pc:grpChg>
        <pc:picChg chg="add del mod topLvl">
          <ac:chgData name="Yousef AlAbdulrazzaq" userId="3f9f3e38e40c3566" providerId="LiveId" clId="{2FB44D88-6179-4894-B58B-9948606953A5}" dt="2025-12-16T19:43:04.063" v="2974" actId="478"/>
          <ac:picMkLst>
            <pc:docMk/>
            <pc:sldMk cId="2606478931" sldId="271"/>
            <ac:picMk id="1026" creationId="{358B5881-A75D-4BCF-5617-99ECAF36E996}"/>
          </ac:picMkLst>
        </pc:picChg>
        <pc:picChg chg="add mod">
          <ac:chgData name="Yousef AlAbdulrazzaq" userId="3f9f3e38e40c3566" providerId="LiveId" clId="{2FB44D88-6179-4894-B58B-9948606953A5}" dt="2025-12-16T15:41:02.375" v="416" actId="1076"/>
          <ac:picMkLst>
            <pc:docMk/>
            <pc:sldMk cId="2606478931" sldId="271"/>
            <ac:picMk id="1028" creationId="{9599B79B-F391-A8C8-268D-FD77467C1563}"/>
          </ac:picMkLst>
        </pc:picChg>
        <pc:picChg chg="add del mod">
          <ac:chgData name="Yousef AlAbdulrazzaq" userId="3f9f3e38e40c3566" providerId="LiveId" clId="{2FB44D88-6179-4894-B58B-9948606953A5}" dt="2025-12-16T19:44:42.121" v="2988" actId="478"/>
          <ac:picMkLst>
            <pc:docMk/>
            <pc:sldMk cId="2606478931" sldId="271"/>
            <ac:picMk id="1030" creationId="{5B8CB933-A142-30BF-389B-6A97145CB575}"/>
          </ac:picMkLst>
        </pc:picChg>
        <pc:cxnChg chg="add">
          <ac:chgData name="Yousef AlAbdulrazzaq" userId="3f9f3e38e40c3566" providerId="LiveId" clId="{2FB44D88-6179-4894-B58B-9948606953A5}" dt="2025-12-16T15:50:59.020" v="681" actId="11529"/>
          <ac:cxnSpMkLst>
            <pc:docMk/>
            <pc:sldMk cId="2606478931" sldId="271"/>
            <ac:cxnSpMk id="14" creationId="{EF809084-9FDA-6D41-AC57-5EC4084F2D72}"/>
          </ac:cxnSpMkLst>
        </pc:cxnChg>
        <pc:cxnChg chg="add mod">
          <ac:chgData name="Yousef AlAbdulrazzaq" userId="3f9f3e38e40c3566" providerId="LiveId" clId="{2FB44D88-6179-4894-B58B-9948606953A5}" dt="2025-12-16T19:44:38.754" v="2987" actId="14100"/>
          <ac:cxnSpMkLst>
            <pc:docMk/>
            <pc:sldMk cId="2606478931" sldId="271"/>
            <ac:cxnSpMk id="16" creationId="{6430D3E3-1464-93C7-7A99-103D7417BDF9}"/>
          </ac:cxnSpMkLst>
        </pc:cxnChg>
        <pc:cxnChg chg="add del mod">
          <ac:chgData name="Yousef AlAbdulrazzaq" userId="3f9f3e38e40c3566" providerId="LiveId" clId="{2FB44D88-6179-4894-B58B-9948606953A5}" dt="2025-12-16T15:51:38.511" v="687" actId="478"/>
          <ac:cxnSpMkLst>
            <pc:docMk/>
            <pc:sldMk cId="2606478931" sldId="271"/>
            <ac:cxnSpMk id="20" creationId="{0E35CCAA-5543-B6D4-078C-531256BB44BF}"/>
          </ac:cxnSpMkLst>
        </pc:cxnChg>
        <pc:cxnChg chg="add mod">
          <ac:chgData name="Yousef AlAbdulrazzaq" userId="3f9f3e38e40c3566" providerId="LiveId" clId="{2FB44D88-6179-4894-B58B-9948606953A5}" dt="2025-12-16T19:47:01.756" v="3033" actId="1076"/>
          <ac:cxnSpMkLst>
            <pc:docMk/>
            <pc:sldMk cId="2606478931" sldId="271"/>
            <ac:cxnSpMk id="22" creationId="{ACD409E6-AAFD-BE43-165A-9DECFE2EAE31}"/>
          </ac:cxnSpMkLst>
        </pc:cxnChg>
        <pc:cxnChg chg="add mod">
          <ac:chgData name="Yousef AlAbdulrazzaq" userId="3f9f3e38e40c3566" providerId="LiveId" clId="{2FB44D88-6179-4894-B58B-9948606953A5}" dt="2025-12-16T19:44:07.857" v="2980" actId="164"/>
          <ac:cxnSpMkLst>
            <pc:docMk/>
            <pc:sldMk cId="2606478931" sldId="271"/>
            <ac:cxnSpMk id="24" creationId="{8CBBF76B-7A86-7B8C-BFFD-AEF1870ED552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28" creationId="{B39BDF5C-6AE7-D57E-CC96-6E3E13E89D1B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29" creationId="{3E14CA53-5297-E844-5DA8-B3EEE70D6393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30" creationId="{FE0F52F7-4773-D79D-765F-70634BB265F7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31" creationId="{C06CC6E7-3C5C-48C4-1A05-1FAE8C1DD926}"/>
          </ac:cxnSpMkLst>
        </pc:cxnChg>
        <pc:cxnChg chg="add mod">
          <ac:chgData name="Yousef AlAbdulrazzaq" userId="3f9f3e38e40c3566" providerId="LiveId" clId="{2FB44D88-6179-4894-B58B-9948606953A5}" dt="2025-12-16T19:39:57.712" v="2914"/>
          <ac:cxnSpMkLst>
            <pc:docMk/>
            <pc:sldMk cId="2606478931" sldId="271"/>
            <ac:cxnSpMk id="35" creationId="{72BC28E1-3FF1-5E00-0690-14C7724BBF78}"/>
          </ac:cxnSpMkLst>
        </pc:cxnChg>
        <pc:cxnChg chg="add mod">
          <ac:chgData name="Yousef AlAbdulrazzaq" userId="3f9f3e38e40c3566" providerId="LiveId" clId="{2FB44D88-6179-4894-B58B-9948606953A5}" dt="2025-12-16T19:39:57.712" v="2914"/>
          <ac:cxnSpMkLst>
            <pc:docMk/>
            <pc:sldMk cId="2606478931" sldId="271"/>
            <ac:cxnSpMk id="36" creationId="{D4235B1C-8410-22F7-AE12-E54B6B42A59E}"/>
          </ac:cxnSpMkLst>
        </pc:cxnChg>
        <pc:cxnChg chg="add mod">
          <ac:chgData name="Yousef AlAbdulrazzaq" userId="3f9f3e38e40c3566" providerId="LiveId" clId="{2FB44D88-6179-4894-B58B-9948606953A5}" dt="2025-12-16T19:39:57.712" v="2914"/>
          <ac:cxnSpMkLst>
            <pc:docMk/>
            <pc:sldMk cId="2606478931" sldId="271"/>
            <ac:cxnSpMk id="37" creationId="{8AA67A21-7AA8-4813-D1E9-F8C9E02145A0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38" creationId="{80803155-4342-8118-5E35-C9056210F6D9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39" creationId="{77E84866-4838-FAF9-F652-10400514B1B1}"/>
          </ac:cxnSpMkLst>
        </pc:cxnChg>
        <pc:cxnChg chg="add mod">
          <ac:chgData name="Yousef AlAbdulrazzaq" userId="3f9f3e38e40c3566" providerId="LiveId" clId="{2FB44D88-6179-4894-B58B-9948606953A5}" dt="2025-12-16T19:43:52.903" v="2978" actId="164"/>
          <ac:cxnSpMkLst>
            <pc:docMk/>
            <pc:sldMk cId="2606478931" sldId="271"/>
            <ac:cxnSpMk id="40" creationId="{60264666-8DD2-09AB-F626-E8307BF6B98D}"/>
          </ac:cxnSpMkLst>
        </pc:cxnChg>
        <pc:cxnChg chg="add mod">
          <ac:chgData name="Yousef AlAbdulrazzaq" userId="3f9f3e38e40c3566" providerId="LiveId" clId="{2FB44D88-6179-4894-B58B-9948606953A5}" dt="2025-12-16T19:43:52.903" v="2978" actId="164"/>
          <ac:cxnSpMkLst>
            <pc:docMk/>
            <pc:sldMk cId="2606478931" sldId="271"/>
            <ac:cxnSpMk id="41" creationId="{6BFF65F1-17C1-29E9-9D8E-B68D1AC72BE1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42" creationId="{AF093780-C214-9EFA-E506-A775111237FB}"/>
          </ac:cxnSpMkLst>
        </pc:cxnChg>
        <pc:cxnChg chg="add mod">
          <ac:chgData name="Yousef AlAbdulrazzaq" userId="3f9f3e38e40c3566" providerId="LiveId" clId="{2FB44D88-6179-4894-B58B-9948606953A5}" dt="2025-12-16T19:44:04.229" v="2979" actId="164"/>
          <ac:cxnSpMkLst>
            <pc:docMk/>
            <pc:sldMk cId="2606478931" sldId="271"/>
            <ac:cxnSpMk id="43" creationId="{FA49F05E-A3A7-1995-146B-4D1CA5FB1536}"/>
          </ac:cxnSpMkLst>
        </pc:cxnChg>
        <pc:cxnChg chg="add mod">
          <ac:chgData name="Yousef AlAbdulrazzaq" userId="3f9f3e38e40c3566" providerId="LiveId" clId="{2FB44D88-6179-4894-B58B-9948606953A5}" dt="2025-12-16T19:43:52.903" v="2978" actId="164"/>
          <ac:cxnSpMkLst>
            <pc:docMk/>
            <pc:sldMk cId="2606478931" sldId="271"/>
            <ac:cxnSpMk id="44" creationId="{4E66C033-E840-EB7B-E26E-A237D3AC90FB}"/>
          </ac:cxnSpMkLst>
        </pc:cxnChg>
        <pc:cxnChg chg="add mod">
          <ac:chgData name="Yousef AlAbdulrazzaq" userId="3f9f3e38e40c3566" providerId="LiveId" clId="{2FB44D88-6179-4894-B58B-9948606953A5}" dt="2025-12-16T19:43:52.903" v="2978" actId="164"/>
          <ac:cxnSpMkLst>
            <pc:docMk/>
            <pc:sldMk cId="2606478931" sldId="271"/>
            <ac:cxnSpMk id="45" creationId="{D943479A-DDDB-4FB8-4C64-0FB441A9DE22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46" creationId="{9493CF6B-A3E8-3EF1-51B3-65AA7A62B34A}"/>
          </ac:cxnSpMkLst>
        </pc:cxnChg>
        <pc:cxnChg chg="add mod">
          <ac:chgData name="Yousef AlAbdulrazzaq" userId="3f9f3e38e40c3566" providerId="LiveId" clId="{2FB44D88-6179-4894-B58B-9948606953A5}" dt="2025-12-16T19:43:27.665" v="2976" actId="164"/>
          <ac:cxnSpMkLst>
            <pc:docMk/>
            <pc:sldMk cId="2606478931" sldId="271"/>
            <ac:cxnSpMk id="47" creationId="{B85000BB-6F8F-406C-62C8-5ED966E92EE2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48" creationId="{632FB50C-243B-2F1B-9684-656617E1CA46}"/>
          </ac:cxnSpMkLst>
        </pc:cxnChg>
        <pc:cxnChg chg="add mod">
          <ac:chgData name="Yousef AlAbdulrazzaq" userId="3f9f3e38e40c3566" providerId="LiveId" clId="{2FB44D88-6179-4894-B58B-9948606953A5}" dt="2025-12-16T19:43:27.665" v="2976" actId="164"/>
          <ac:cxnSpMkLst>
            <pc:docMk/>
            <pc:sldMk cId="2606478931" sldId="271"/>
            <ac:cxnSpMk id="49" creationId="{C4799E2B-B331-AD1C-39FA-FAEBE2A3A365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50" creationId="{13AB9A54-13A8-8229-77AD-04BEFF6BAF96}"/>
          </ac:cxnSpMkLst>
        </pc:cxnChg>
        <pc:cxnChg chg="add mod">
          <ac:chgData name="Yousef AlAbdulrazzaq" userId="3f9f3e38e40c3566" providerId="LiveId" clId="{2FB44D88-6179-4894-B58B-9948606953A5}" dt="2025-12-16T19:44:21.692" v="2982" actId="1076"/>
          <ac:cxnSpMkLst>
            <pc:docMk/>
            <pc:sldMk cId="2606478931" sldId="271"/>
            <ac:cxnSpMk id="51" creationId="{6C98AF73-10A6-B3BD-95CC-EEAF273DE340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52" creationId="{AE4428CF-D3D4-C6BF-0B68-87B6B6BC0009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53" creationId="{DE48AB64-997A-0348-B39D-78FEAFBB3EA5}"/>
          </ac:cxnSpMkLst>
        </pc:cxnChg>
        <pc:cxnChg chg="add mod">
          <ac:chgData name="Yousef AlAbdulrazzaq" userId="3f9f3e38e40c3566" providerId="LiveId" clId="{2FB44D88-6179-4894-B58B-9948606953A5}" dt="2025-12-16T19:43:27.665" v="2976" actId="164"/>
          <ac:cxnSpMkLst>
            <pc:docMk/>
            <pc:sldMk cId="2606478931" sldId="271"/>
            <ac:cxnSpMk id="54" creationId="{4D1362B4-BD33-DA88-D74C-377574C7D154}"/>
          </ac:cxnSpMkLst>
        </pc:cxnChg>
        <pc:cxnChg chg="add mod">
          <ac:chgData name="Yousef AlAbdulrazzaq" userId="3f9f3e38e40c3566" providerId="LiveId" clId="{2FB44D88-6179-4894-B58B-9948606953A5}" dt="2025-12-16T19:43:52.903" v="2978" actId="164"/>
          <ac:cxnSpMkLst>
            <pc:docMk/>
            <pc:sldMk cId="2606478931" sldId="271"/>
            <ac:cxnSpMk id="55" creationId="{883B95B0-068D-C148-A443-06C4D1BB99F1}"/>
          </ac:cxnSpMkLst>
        </pc:cxnChg>
        <pc:cxnChg chg="add mod">
          <ac:chgData name="Yousef AlAbdulrazzaq" userId="3f9f3e38e40c3566" providerId="LiveId" clId="{2FB44D88-6179-4894-B58B-9948606953A5}" dt="2025-12-16T19:43:27.665" v="2976" actId="164"/>
          <ac:cxnSpMkLst>
            <pc:docMk/>
            <pc:sldMk cId="2606478931" sldId="271"/>
            <ac:cxnSpMk id="56" creationId="{272A804B-C393-6069-C94B-6258F0AC7DDB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57" creationId="{BC4FE211-83A7-DD34-23D1-0BB02A440752}"/>
          </ac:cxnSpMkLst>
        </pc:cxnChg>
        <pc:cxnChg chg="add del mod topLvl">
          <ac:chgData name="Yousef AlAbdulrazzaq" userId="3f9f3e38e40c3566" providerId="LiveId" clId="{2FB44D88-6179-4894-B58B-9948606953A5}" dt="2025-12-16T19:42:40.987" v="2967" actId="21"/>
          <ac:cxnSpMkLst>
            <pc:docMk/>
            <pc:sldMk cId="2606478931" sldId="271"/>
            <ac:cxnSpMk id="58" creationId="{33E19019-384A-7F3F-573C-03EF7F6920F4}"/>
          </ac:cxnSpMkLst>
        </pc:cxnChg>
        <pc:cxnChg chg="add mod topLvl">
          <ac:chgData name="Yousef AlAbdulrazzaq" userId="3f9f3e38e40c3566" providerId="LiveId" clId="{2FB44D88-6179-4894-B58B-9948606953A5}" dt="2025-12-16T19:43:27.665" v="2976" actId="164"/>
          <ac:cxnSpMkLst>
            <pc:docMk/>
            <pc:sldMk cId="2606478931" sldId="271"/>
            <ac:cxnSpMk id="59" creationId="{4EEEE7EF-CD75-774E-55AD-1C09528EEC46}"/>
          </ac:cxnSpMkLst>
        </pc:cxnChg>
        <pc:cxnChg chg="add del mod topLvl">
          <ac:chgData name="Yousef AlAbdulrazzaq" userId="3f9f3e38e40c3566" providerId="LiveId" clId="{2FB44D88-6179-4894-B58B-9948606953A5}" dt="2025-12-16T19:42:40.987" v="2967" actId="21"/>
          <ac:cxnSpMkLst>
            <pc:docMk/>
            <pc:sldMk cId="2606478931" sldId="271"/>
            <ac:cxnSpMk id="60" creationId="{DFFDD211-06AE-1B8F-FE09-CB6D9F895535}"/>
          </ac:cxnSpMkLst>
        </pc:cxnChg>
        <pc:cxnChg chg="add del mod topLvl">
          <ac:chgData name="Yousef AlAbdulrazzaq" userId="3f9f3e38e40c3566" providerId="LiveId" clId="{2FB44D88-6179-4894-B58B-9948606953A5}" dt="2025-12-16T19:42:40.987" v="2967" actId="21"/>
          <ac:cxnSpMkLst>
            <pc:docMk/>
            <pc:sldMk cId="2606478931" sldId="271"/>
            <ac:cxnSpMk id="61" creationId="{64F6AD13-2B33-FD18-6E58-7A889AD0818D}"/>
          </ac:cxnSpMkLst>
        </pc:cxnChg>
        <pc:cxnChg chg="add del mod topLvl">
          <ac:chgData name="Yousef AlAbdulrazzaq" userId="3f9f3e38e40c3566" providerId="LiveId" clId="{2FB44D88-6179-4894-B58B-9948606953A5}" dt="2025-12-16T19:42:40.987" v="2967" actId="21"/>
          <ac:cxnSpMkLst>
            <pc:docMk/>
            <pc:sldMk cId="2606478931" sldId="271"/>
            <ac:cxnSpMk id="62" creationId="{35795856-F52F-31F1-B25B-95BAD9BD4A3D}"/>
          </ac:cxnSpMkLst>
        </pc:cxnChg>
        <pc:cxnChg chg="add mod">
          <ac:chgData name="Yousef AlAbdulrazzaq" userId="3f9f3e38e40c3566" providerId="LiveId" clId="{2FB44D88-6179-4894-B58B-9948606953A5}" dt="2025-12-16T19:43:43.683" v="2977" actId="164"/>
          <ac:cxnSpMkLst>
            <pc:docMk/>
            <pc:sldMk cId="2606478931" sldId="271"/>
            <ac:cxnSpMk id="63" creationId="{914396E1-1EC4-F055-C50B-735654AD2B4B}"/>
          </ac:cxnSpMkLst>
        </pc:cxnChg>
        <pc:cxnChg chg="add mod ord">
          <ac:chgData name="Yousef AlAbdulrazzaq" userId="3f9f3e38e40c3566" providerId="LiveId" clId="{2FB44D88-6179-4894-B58B-9948606953A5}" dt="2025-12-16T19:47:01.424" v="3032" actId="1076"/>
          <ac:cxnSpMkLst>
            <pc:docMk/>
            <pc:sldMk cId="2606478931" sldId="271"/>
            <ac:cxnSpMk id="1036" creationId="{BF890C97-8B04-A0DF-F6F9-A8E786520BC3}"/>
          </ac:cxnSpMkLst>
        </pc:cxnChg>
        <pc:cxnChg chg="add del mod">
          <ac:chgData name="Yousef AlAbdulrazzaq" userId="3f9f3e38e40c3566" providerId="LiveId" clId="{2FB44D88-6179-4894-B58B-9948606953A5}" dt="2025-12-16T19:45:37.883" v="3000" actId="478"/>
          <ac:cxnSpMkLst>
            <pc:docMk/>
            <pc:sldMk cId="2606478931" sldId="271"/>
            <ac:cxnSpMk id="1038" creationId="{A749C0C5-A7D2-6C4B-9A9C-8B4D8D73FC8E}"/>
          </ac:cxnSpMkLst>
        </pc:cxnChg>
        <pc:cxnChg chg="add mod">
          <ac:chgData name="Yousef AlAbdulrazzaq" userId="3f9f3e38e40c3566" providerId="LiveId" clId="{2FB44D88-6179-4894-B58B-9948606953A5}" dt="2025-12-16T19:47:02.417" v="3034" actId="164"/>
          <ac:cxnSpMkLst>
            <pc:docMk/>
            <pc:sldMk cId="2606478931" sldId="271"/>
            <ac:cxnSpMk id="1045" creationId="{987BA332-72D0-F241-FDD4-8AD09B60AD8A}"/>
          </ac:cxnSpMkLst>
        </pc:cxnChg>
        <pc:cxnChg chg="add mod">
          <ac:chgData name="Yousef AlAbdulrazzaq" userId="3f9f3e38e40c3566" providerId="LiveId" clId="{2FB44D88-6179-4894-B58B-9948606953A5}" dt="2025-12-16T19:47:02.417" v="3034" actId="164"/>
          <ac:cxnSpMkLst>
            <pc:docMk/>
            <pc:sldMk cId="2606478931" sldId="271"/>
            <ac:cxnSpMk id="1046" creationId="{53A3F9B4-D67C-F5C9-6220-7E8C521B9ECD}"/>
          </ac:cxnSpMkLst>
        </pc:cxnChg>
        <pc:cxnChg chg="add del mod">
          <ac:chgData name="Yousef AlAbdulrazzaq" userId="3f9f3e38e40c3566" providerId="LiveId" clId="{2FB44D88-6179-4894-B58B-9948606953A5}" dt="2025-12-16T19:47:07.499" v="3036" actId="478"/>
          <ac:cxnSpMkLst>
            <pc:docMk/>
            <pc:sldMk cId="2606478931" sldId="271"/>
            <ac:cxnSpMk id="1047" creationId="{2547A14B-7FD8-B93B-7D89-511F019DE1E1}"/>
          </ac:cxnSpMkLst>
        </pc:cxnChg>
        <pc:cxnChg chg="add del mod">
          <ac:chgData name="Yousef AlAbdulrazzaq" userId="3f9f3e38e40c3566" providerId="LiveId" clId="{2FB44D88-6179-4894-B58B-9948606953A5}" dt="2025-12-16T19:47:06.419" v="3035" actId="478"/>
          <ac:cxnSpMkLst>
            <pc:docMk/>
            <pc:sldMk cId="2606478931" sldId="271"/>
            <ac:cxnSpMk id="1048" creationId="{4C4A2DA8-B566-B547-B844-4C42160AF09F}"/>
          </ac:cxnSpMkLst>
        </pc:cxnChg>
        <pc:cxnChg chg="mod">
          <ac:chgData name="Yousef AlAbdulrazzaq" userId="3f9f3e38e40c3566" providerId="LiveId" clId="{2FB44D88-6179-4894-B58B-9948606953A5}" dt="2025-12-16T19:47:02.417" v="3034" actId="164"/>
          <ac:cxnSpMkLst>
            <pc:docMk/>
            <pc:sldMk cId="2606478931" sldId="271"/>
            <ac:cxnSpMk id="1055" creationId="{DE2C893B-F7D2-E5CD-9450-8B7AD5E2E11C}"/>
          </ac:cxnSpMkLst>
        </pc:cxnChg>
        <pc:cxnChg chg="mod">
          <ac:chgData name="Yousef AlAbdulrazzaq" userId="3f9f3e38e40c3566" providerId="LiveId" clId="{2FB44D88-6179-4894-B58B-9948606953A5}" dt="2025-12-16T19:47:02.417" v="3034" actId="164"/>
          <ac:cxnSpMkLst>
            <pc:docMk/>
            <pc:sldMk cId="2606478931" sldId="271"/>
            <ac:cxnSpMk id="1056" creationId="{84D1B630-EC71-62F9-19A0-5FFD76655F8D}"/>
          </ac:cxnSpMkLst>
        </pc:cxnChg>
        <pc:cxnChg chg="mod">
          <ac:chgData name="Yousef AlAbdulrazzaq" userId="3f9f3e38e40c3566" providerId="LiveId" clId="{2FB44D88-6179-4894-B58B-9948606953A5}" dt="2025-12-16T19:47:09.937" v="3037"/>
          <ac:cxnSpMkLst>
            <pc:docMk/>
            <pc:sldMk cId="2606478931" sldId="271"/>
            <ac:cxnSpMk id="1062" creationId="{0C1ABFE3-40CB-E07C-1968-722720688757}"/>
          </ac:cxnSpMkLst>
        </pc:cxnChg>
        <pc:cxnChg chg="mod">
          <ac:chgData name="Yousef AlAbdulrazzaq" userId="3f9f3e38e40c3566" providerId="LiveId" clId="{2FB44D88-6179-4894-B58B-9948606953A5}" dt="2025-12-16T19:47:09.937" v="3037"/>
          <ac:cxnSpMkLst>
            <pc:docMk/>
            <pc:sldMk cId="2606478931" sldId="271"/>
            <ac:cxnSpMk id="1063" creationId="{1128B802-3DEC-5963-97FC-DAA686989E05}"/>
          </ac:cxnSpMkLst>
        </pc:cxnChg>
        <pc:cxnChg chg="mod">
          <ac:chgData name="Yousef AlAbdulrazzaq" userId="3f9f3e38e40c3566" providerId="LiveId" clId="{2FB44D88-6179-4894-B58B-9948606953A5}" dt="2025-12-16T19:47:15.226" v="3039"/>
          <ac:cxnSpMkLst>
            <pc:docMk/>
            <pc:sldMk cId="2606478931" sldId="271"/>
            <ac:cxnSpMk id="1065" creationId="{F991898E-8441-707F-6BA3-5A1E276C6863}"/>
          </ac:cxnSpMkLst>
        </pc:cxnChg>
        <pc:cxnChg chg="mod">
          <ac:chgData name="Yousef AlAbdulrazzaq" userId="3f9f3e38e40c3566" providerId="LiveId" clId="{2FB44D88-6179-4894-B58B-9948606953A5}" dt="2025-12-16T19:47:15.226" v="3039"/>
          <ac:cxnSpMkLst>
            <pc:docMk/>
            <pc:sldMk cId="2606478931" sldId="271"/>
            <ac:cxnSpMk id="1066" creationId="{9EF3C4F1-8FB0-8B4F-DA9F-E42DAC8EF27C}"/>
          </ac:cxnSpMkLst>
        </pc:cxnChg>
        <pc:cxnChg chg="mod">
          <ac:chgData name="Yousef AlAbdulrazzaq" userId="3f9f3e38e40c3566" providerId="LiveId" clId="{2FB44D88-6179-4894-B58B-9948606953A5}" dt="2025-12-16T19:47:15.658" v="3040"/>
          <ac:cxnSpMkLst>
            <pc:docMk/>
            <pc:sldMk cId="2606478931" sldId="271"/>
            <ac:cxnSpMk id="1068" creationId="{B9DB5ADF-90D8-1E3C-99EE-5C7DCD748EC2}"/>
          </ac:cxnSpMkLst>
        </pc:cxnChg>
        <pc:cxnChg chg="mod">
          <ac:chgData name="Yousef AlAbdulrazzaq" userId="3f9f3e38e40c3566" providerId="LiveId" clId="{2FB44D88-6179-4894-B58B-9948606953A5}" dt="2025-12-16T19:47:15.658" v="3040"/>
          <ac:cxnSpMkLst>
            <pc:docMk/>
            <pc:sldMk cId="2606478931" sldId="271"/>
            <ac:cxnSpMk id="1069" creationId="{A8236151-3F10-008A-F325-A7DF977337C4}"/>
          </ac:cxnSpMkLst>
        </pc:cxnChg>
        <pc:cxnChg chg="mod">
          <ac:chgData name="Yousef AlAbdulrazzaq" userId="3f9f3e38e40c3566" providerId="LiveId" clId="{2FB44D88-6179-4894-B58B-9948606953A5}" dt="2025-12-16T19:47:21.928" v="3043"/>
          <ac:cxnSpMkLst>
            <pc:docMk/>
            <pc:sldMk cId="2606478931" sldId="271"/>
            <ac:cxnSpMk id="1071" creationId="{B3A36F53-52CD-F917-FA72-E4E3BEB2EFC4}"/>
          </ac:cxnSpMkLst>
        </pc:cxnChg>
        <pc:cxnChg chg="mod">
          <ac:chgData name="Yousef AlAbdulrazzaq" userId="3f9f3e38e40c3566" providerId="LiveId" clId="{2FB44D88-6179-4894-B58B-9948606953A5}" dt="2025-12-16T19:47:21.928" v="3043"/>
          <ac:cxnSpMkLst>
            <pc:docMk/>
            <pc:sldMk cId="2606478931" sldId="271"/>
            <ac:cxnSpMk id="1072" creationId="{75B464D3-529D-F813-AABE-744D4D8A74B0}"/>
          </ac:cxnSpMkLst>
        </pc:cxnChg>
      </pc:sldChg>
      <pc:sldChg chg="modSp add del">
        <pc:chgData name="Yousef AlAbdulrazzaq" userId="3f9f3e38e40c3566" providerId="LiveId" clId="{2FB44D88-6179-4894-B58B-9948606953A5}" dt="2025-12-16T11:34:10.233" v="181" actId="47"/>
        <pc:sldMkLst>
          <pc:docMk/>
          <pc:sldMk cId="3806614409" sldId="271"/>
        </pc:sldMkLst>
        <pc:spChg chg="mod">
          <ac:chgData name="Yousef AlAbdulrazzaq" userId="3f9f3e38e40c3566" providerId="LiveId" clId="{2FB44D88-6179-4894-B58B-9948606953A5}" dt="2025-12-16T11:34:02.860" v="178"/>
          <ac:spMkLst>
            <pc:docMk/>
            <pc:sldMk cId="3806614409" sldId="271"/>
            <ac:spMk id="4" creationId="{98040897-0CD7-64DB-4E46-170AD46692B9}"/>
          </ac:spMkLst>
        </pc:spChg>
      </pc:sldChg>
      <pc:sldChg chg="modSp add del">
        <pc:chgData name="Yousef AlAbdulrazzaq" userId="3f9f3e38e40c3566" providerId="LiveId" clId="{2FB44D88-6179-4894-B58B-9948606953A5}" dt="2025-12-16T11:34:09.632" v="180" actId="47"/>
        <pc:sldMkLst>
          <pc:docMk/>
          <pc:sldMk cId="763097238" sldId="272"/>
        </pc:sldMkLst>
        <pc:spChg chg="mod">
          <ac:chgData name="Yousef AlAbdulrazzaq" userId="3f9f3e38e40c3566" providerId="LiveId" clId="{2FB44D88-6179-4894-B58B-9948606953A5}" dt="2025-12-16T11:34:07.773" v="179"/>
          <ac:spMkLst>
            <pc:docMk/>
            <pc:sldMk cId="763097238" sldId="272"/>
            <ac:spMk id="4" creationId="{393067C5-FD46-34CD-24DB-1CE0FD45D9F3}"/>
          </ac:spMkLst>
        </pc:spChg>
      </pc:sldChg>
      <pc:sldChg chg="modSp add mod">
        <pc:chgData name="Yousef AlAbdulrazzaq" userId="3f9f3e38e40c3566" providerId="LiveId" clId="{2FB44D88-6179-4894-B58B-9948606953A5}" dt="2025-12-16T21:51:21.507" v="3545" actId="20577"/>
        <pc:sldMkLst>
          <pc:docMk/>
          <pc:sldMk cId="1513678340" sldId="272"/>
        </pc:sldMkLst>
        <pc:spChg chg="mod">
          <ac:chgData name="Yousef AlAbdulrazzaq" userId="3f9f3e38e40c3566" providerId="LiveId" clId="{2FB44D88-6179-4894-B58B-9948606953A5}" dt="2025-12-16T16:01:45.621" v="1303" actId="20577"/>
          <ac:spMkLst>
            <pc:docMk/>
            <pc:sldMk cId="1513678340" sldId="272"/>
            <ac:spMk id="8" creationId="{280D876F-74E6-7456-08A0-879D2EBA4B56}"/>
          </ac:spMkLst>
        </pc:spChg>
        <pc:spChg chg="mod">
          <ac:chgData name="Yousef AlAbdulrazzaq" userId="3f9f3e38e40c3566" providerId="LiveId" clId="{2FB44D88-6179-4894-B58B-9948606953A5}" dt="2025-12-16T21:51:21.507" v="3545" actId="20577"/>
          <ac:spMkLst>
            <pc:docMk/>
            <pc:sldMk cId="1513678340" sldId="272"/>
            <ac:spMk id="9" creationId="{4AC0A471-9658-4163-4EA9-2D448D5C5318}"/>
          </ac:spMkLst>
        </pc:spChg>
      </pc:sldChg>
      <pc:sldChg chg="addSp modSp add mod modClrScheme chgLayout">
        <pc:chgData name="Yousef AlAbdulrazzaq" userId="3f9f3e38e40c3566" providerId="LiveId" clId="{2FB44D88-6179-4894-B58B-9948606953A5}" dt="2025-12-16T20:02:36.056" v="3434" actId="404"/>
        <pc:sldMkLst>
          <pc:docMk/>
          <pc:sldMk cId="387600638" sldId="273"/>
        </pc:sldMkLst>
        <pc:spChg chg="add mod">
          <ac:chgData name="Yousef AlAbdulrazzaq" userId="3f9f3e38e40c3566" providerId="LiveId" clId="{2FB44D88-6179-4894-B58B-9948606953A5}" dt="2025-12-16T20:02:36.056" v="3434" actId="404"/>
          <ac:spMkLst>
            <pc:docMk/>
            <pc:sldMk cId="387600638" sldId="273"/>
            <ac:spMk id="3" creationId="{35DB5EB3-D172-7A40-DA47-42AC45BD30B3}"/>
          </ac:spMkLst>
        </pc:spChg>
        <pc:spChg chg="mod ord modVis">
          <ac:chgData name="Yousef AlAbdulrazzaq" userId="3f9f3e38e40c3566" providerId="LiveId" clId="{2FB44D88-6179-4894-B58B-9948606953A5}" dt="2025-12-16T19:51:35.184" v="3295" actId="26606"/>
          <ac:spMkLst>
            <pc:docMk/>
            <pc:sldMk cId="387600638" sldId="273"/>
            <ac:spMk id="4" creationId="{7AD707D7-F026-1B03-401C-B9FF6C00217F}"/>
          </ac:spMkLst>
        </pc:spChg>
        <pc:spChg chg="mod">
          <ac:chgData name="Yousef AlAbdulrazzaq" userId="3f9f3e38e40c3566" providerId="LiveId" clId="{2FB44D88-6179-4894-B58B-9948606953A5}" dt="2025-12-16T19:51:35.184" v="3295" actId="26606"/>
          <ac:spMkLst>
            <pc:docMk/>
            <pc:sldMk cId="387600638" sldId="273"/>
            <ac:spMk id="8" creationId="{B03C1B3B-BED7-F8F5-ACAF-29E71DD93CD9}"/>
          </ac:spMkLst>
        </pc:spChg>
        <pc:spChg chg="mod ord">
          <ac:chgData name="Yousef AlAbdulrazzaq" userId="3f9f3e38e40c3566" providerId="LiveId" clId="{2FB44D88-6179-4894-B58B-9948606953A5}" dt="2025-12-16T19:53:29.933" v="3351" actId="20577"/>
          <ac:spMkLst>
            <pc:docMk/>
            <pc:sldMk cId="387600638" sldId="273"/>
            <ac:spMk id="9" creationId="{5781FB05-1F49-6C27-385A-2C3051962EB2}"/>
          </ac:spMkLst>
        </pc:spChg>
        <pc:picChg chg="add mod">
          <ac:chgData name="Yousef AlAbdulrazzaq" userId="3f9f3e38e40c3566" providerId="LiveId" clId="{2FB44D88-6179-4894-B58B-9948606953A5}" dt="2025-12-16T19:53:06.846" v="3330" actId="1076"/>
          <ac:picMkLst>
            <pc:docMk/>
            <pc:sldMk cId="387600638" sldId="273"/>
            <ac:picMk id="2" creationId="{3D28AF5E-22DC-6FED-57F0-1A9CCAB0DFD4}"/>
          </ac:picMkLst>
        </pc:picChg>
      </pc:sldChg>
      <pc:sldChg chg="modSp add mod">
        <pc:chgData name="Yousef AlAbdulrazzaq" userId="3f9f3e38e40c3566" providerId="LiveId" clId="{2FB44D88-6179-4894-B58B-9948606953A5}" dt="2025-12-16T20:02:14.223" v="3399" actId="20577"/>
        <pc:sldMkLst>
          <pc:docMk/>
          <pc:sldMk cId="3218882080" sldId="274"/>
        </pc:sldMkLst>
        <pc:spChg chg="mod">
          <ac:chgData name="Yousef AlAbdulrazzaq" userId="3f9f3e38e40c3566" providerId="LiveId" clId="{2FB44D88-6179-4894-B58B-9948606953A5}" dt="2025-12-16T16:06:57.865" v="1381" actId="20577"/>
          <ac:spMkLst>
            <pc:docMk/>
            <pc:sldMk cId="3218882080" sldId="274"/>
            <ac:spMk id="8" creationId="{FE2D7A08-D67F-CEB4-3595-CA74BE553779}"/>
          </ac:spMkLst>
        </pc:spChg>
        <pc:spChg chg="mod">
          <ac:chgData name="Yousef AlAbdulrazzaq" userId="3f9f3e38e40c3566" providerId="LiveId" clId="{2FB44D88-6179-4894-B58B-9948606953A5}" dt="2025-12-16T20:02:14.223" v="3399" actId="20577"/>
          <ac:spMkLst>
            <pc:docMk/>
            <pc:sldMk cId="3218882080" sldId="274"/>
            <ac:spMk id="9" creationId="{613A310E-104D-6D65-7E56-AE631CF4CB37}"/>
          </ac:spMkLst>
        </pc:spChg>
      </pc:sldChg>
      <pc:sldChg chg="modSp add del">
        <pc:chgData name="Yousef AlAbdulrazzaq" userId="3f9f3e38e40c3566" providerId="LiveId" clId="{2FB44D88-6179-4894-B58B-9948606953A5}" dt="2025-12-16T16:01:28.978" v="1273" actId="47"/>
        <pc:sldMkLst>
          <pc:docMk/>
          <pc:sldMk cId="406268686" sldId="275"/>
        </pc:sldMkLst>
        <pc:spChg chg="mod">
          <ac:chgData name="Yousef AlAbdulrazzaq" userId="3f9f3e38e40c3566" providerId="LiveId" clId="{2FB44D88-6179-4894-B58B-9948606953A5}" dt="2025-12-16T16:01:19.413" v="1270"/>
          <ac:spMkLst>
            <pc:docMk/>
            <pc:sldMk cId="406268686" sldId="275"/>
            <ac:spMk id="4" creationId="{B19740E5-D158-AD23-CB49-0A5C9A349D96}"/>
          </ac:spMkLst>
        </pc:spChg>
      </pc:sldChg>
      <pc:sldChg chg="modSp add mod">
        <pc:chgData name="Yousef AlAbdulrazzaq" userId="3f9f3e38e40c3566" providerId="LiveId" clId="{2FB44D88-6179-4894-B58B-9948606953A5}" dt="2025-12-16T20:04:24.812" v="3448" actId="20577"/>
        <pc:sldMkLst>
          <pc:docMk/>
          <pc:sldMk cId="1952401504" sldId="275"/>
        </pc:sldMkLst>
        <pc:spChg chg="mod">
          <ac:chgData name="Yousef AlAbdulrazzaq" userId="3f9f3e38e40c3566" providerId="LiveId" clId="{2FB44D88-6179-4894-B58B-9948606953A5}" dt="2025-12-16T16:32:13.793" v="2229" actId="20577"/>
          <ac:spMkLst>
            <pc:docMk/>
            <pc:sldMk cId="1952401504" sldId="275"/>
            <ac:spMk id="8" creationId="{C2C72F52-F49F-A8EF-C9FD-69D6E3C2B5BB}"/>
          </ac:spMkLst>
        </pc:spChg>
        <pc:spChg chg="mod">
          <ac:chgData name="Yousef AlAbdulrazzaq" userId="3f9f3e38e40c3566" providerId="LiveId" clId="{2FB44D88-6179-4894-B58B-9948606953A5}" dt="2025-12-16T20:04:24.812" v="3448" actId="20577"/>
          <ac:spMkLst>
            <pc:docMk/>
            <pc:sldMk cId="1952401504" sldId="275"/>
            <ac:spMk id="9" creationId="{AE2E23BA-4DF0-6842-2DEA-DCB1877596F3}"/>
          </ac:spMkLst>
        </pc:spChg>
      </pc:sldChg>
      <pc:sldChg chg="modSp add del">
        <pc:chgData name="Yousef AlAbdulrazzaq" userId="3f9f3e38e40c3566" providerId="LiveId" clId="{2FB44D88-6179-4894-B58B-9948606953A5}" dt="2025-12-16T16:01:15.754" v="1269"/>
        <pc:sldMkLst>
          <pc:docMk/>
          <pc:sldMk cId="2056608692" sldId="275"/>
        </pc:sldMkLst>
        <pc:spChg chg="mod">
          <ac:chgData name="Yousef AlAbdulrazzaq" userId="3f9f3e38e40c3566" providerId="LiveId" clId="{2FB44D88-6179-4894-B58B-9948606953A5}" dt="2025-12-16T16:01:14.407" v="1268"/>
          <ac:spMkLst>
            <pc:docMk/>
            <pc:sldMk cId="2056608692" sldId="275"/>
            <ac:spMk id="4" creationId="{8C02041E-D676-EB19-0D00-117531AB16B6}"/>
          </ac:spMkLst>
        </pc:spChg>
      </pc:sldChg>
      <pc:sldChg chg="add del">
        <pc:chgData name="Yousef AlAbdulrazzaq" userId="3f9f3e38e40c3566" providerId="LiveId" clId="{2FB44D88-6179-4894-B58B-9948606953A5}" dt="2025-12-16T19:54:04.748" v="3353" actId="47"/>
        <pc:sldMkLst>
          <pc:docMk/>
          <pc:sldMk cId="1465423273" sldId="276"/>
        </pc:sldMkLst>
      </pc:sldChg>
      <pc:sldChg chg="modSp add del">
        <pc:chgData name="Yousef AlAbdulrazzaq" userId="3f9f3e38e40c3566" providerId="LiveId" clId="{2FB44D88-6179-4894-B58B-9948606953A5}" dt="2025-12-16T16:01:27.997" v="1272" actId="47"/>
        <pc:sldMkLst>
          <pc:docMk/>
          <pc:sldMk cId="3521688479" sldId="276"/>
        </pc:sldMkLst>
        <pc:spChg chg="mod">
          <ac:chgData name="Yousef AlAbdulrazzaq" userId="3f9f3e38e40c3566" providerId="LiveId" clId="{2FB44D88-6179-4894-B58B-9948606953A5}" dt="2025-12-16T16:01:23.814" v="1271"/>
          <ac:spMkLst>
            <pc:docMk/>
            <pc:sldMk cId="3521688479" sldId="276"/>
            <ac:spMk id="4" creationId="{4850AC3A-704E-FE46-484D-37B34E2D6CEB}"/>
          </ac:spMkLst>
        </pc:spChg>
      </pc:sldChg>
      <pc:sldChg chg="add del">
        <pc:chgData name="Yousef AlAbdulrazzaq" userId="3f9f3e38e40c3566" providerId="LiveId" clId="{2FB44D88-6179-4894-B58B-9948606953A5}" dt="2025-12-16T19:54:03.634" v="3352" actId="47"/>
        <pc:sldMkLst>
          <pc:docMk/>
          <pc:sldMk cId="391622880" sldId="277"/>
        </pc:sldMkLst>
      </pc:sldChg>
      <pc:sldChg chg="modSp add mod">
        <pc:chgData name="Yousef AlAbdulrazzaq" userId="3f9f3e38e40c3566" providerId="LiveId" clId="{2FB44D88-6179-4894-B58B-9948606953A5}" dt="2025-12-16T19:37:26.794" v="2880" actId="20577"/>
        <pc:sldMkLst>
          <pc:docMk/>
          <pc:sldMk cId="2366791726" sldId="278"/>
        </pc:sldMkLst>
        <pc:spChg chg="mod">
          <ac:chgData name="Yousef AlAbdulrazzaq" userId="3f9f3e38e40c3566" providerId="LiveId" clId="{2FB44D88-6179-4894-B58B-9948606953A5}" dt="2025-12-16T19:34:11.611" v="2446" actId="20577"/>
          <ac:spMkLst>
            <pc:docMk/>
            <pc:sldMk cId="2366791726" sldId="278"/>
            <ac:spMk id="8" creationId="{EE4AFA71-B15B-96E3-F82E-CC4CF16C00DD}"/>
          </ac:spMkLst>
        </pc:spChg>
        <pc:spChg chg="mod">
          <ac:chgData name="Yousef AlAbdulrazzaq" userId="3f9f3e38e40c3566" providerId="LiveId" clId="{2FB44D88-6179-4894-B58B-9948606953A5}" dt="2025-12-16T19:37:26.794" v="2880" actId="20577"/>
          <ac:spMkLst>
            <pc:docMk/>
            <pc:sldMk cId="2366791726" sldId="278"/>
            <ac:spMk id="9" creationId="{2C8042B3-8F20-055F-3C5B-C4B453750494}"/>
          </ac:spMkLst>
        </pc:spChg>
      </pc:sldChg>
      <pc:sldMasterChg chg="delSldLayout">
        <pc:chgData name="Yousef AlAbdulrazzaq" userId="3f9f3e38e40c3566" providerId="LiveId" clId="{2FB44D88-6179-4894-B58B-9948606953A5}" dt="2025-12-16T11:33:49.987" v="173" actId="47"/>
        <pc:sldMasterMkLst>
          <pc:docMk/>
          <pc:sldMasterMk cId="0" sldId="2147483648"/>
        </pc:sldMasterMkLst>
        <pc:sldLayoutChg chg="del">
          <pc:chgData name="Yousef AlAbdulrazzaq" userId="3f9f3e38e40c3566" providerId="LiveId" clId="{2FB44D88-6179-4894-B58B-9948606953A5}" dt="2025-12-16T11:33:49.987" v="173" actId="47"/>
          <pc:sldLayoutMkLst>
            <pc:docMk/>
            <pc:sldMasterMk cId="0" sldId="2147483648"/>
            <pc:sldLayoutMk cId="0" sldId="2147483651"/>
          </pc:sldLayoutMkLst>
        </pc:sldLayoutChg>
      </pc:sldMasterChg>
      <pc:sldMasterChg chg="del delSldLayout">
        <pc:chgData name="Yousef AlAbdulrazzaq" userId="3f9f3e38e40c3566" providerId="LiveId" clId="{2FB44D88-6179-4894-B58B-9948606953A5}" dt="2025-12-16T16:01:28.978" v="1273" actId="47"/>
        <pc:sldMasterMkLst>
          <pc:docMk/>
          <pc:sldMasterMk cId="2973590740" sldId="2147483663"/>
        </pc:sldMasterMkLst>
        <pc:sldLayoutChg chg="del">
          <pc:chgData name="Yousef AlAbdulrazzaq" userId="3f9f3e38e40c3566" providerId="LiveId" clId="{2FB44D88-6179-4894-B58B-9948606953A5}" dt="2025-12-16T16:01:28.978" v="1273" actId="47"/>
          <pc:sldLayoutMkLst>
            <pc:docMk/>
            <pc:sldMasterMk cId="2973590740" sldId="2147483663"/>
            <pc:sldLayoutMk cId="2677211051" sldId="2147483664"/>
          </pc:sldLayoutMkLst>
        </pc:sldLayoutChg>
        <pc:sldLayoutChg chg="del">
          <pc:chgData name="Yousef AlAbdulrazzaq" userId="3f9f3e38e40c3566" providerId="LiveId" clId="{2FB44D88-6179-4894-B58B-9948606953A5}" dt="2025-12-16T16:01:28.978" v="1273" actId="47"/>
          <pc:sldLayoutMkLst>
            <pc:docMk/>
            <pc:sldMasterMk cId="2973590740" sldId="2147483663"/>
            <pc:sldLayoutMk cId="1043342286" sldId="2147483665"/>
          </pc:sldLayoutMkLst>
        </pc:sldLayoutChg>
        <pc:sldLayoutChg chg="del">
          <pc:chgData name="Yousef AlAbdulrazzaq" userId="3f9f3e38e40c3566" providerId="LiveId" clId="{2FB44D88-6179-4894-B58B-9948606953A5}" dt="2025-12-16T16:01:28.978" v="1273" actId="47"/>
          <pc:sldLayoutMkLst>
            <pc:docMk/>
            <pc:sldMasterMk cId="2973590740" sldId="2147483663"/>
            <pc:sldLayoutMk cId="219242689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4;p1">
            <a:extLst>
              <a:ext uri="{FF2B5EF4-FFF2-40B4-BE49-F238E27FC236}">
                <a16:creationId xmlns:a16="http://schemas.microsoft.com/office/drawing/2014/main" id="{631C2DF5-1362-47E0-9992-CA0F5EE5E7F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97859" y="1922141"/>
            <a:ext cx="6290441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lvl1pPr>
              <a:defRPr sz="5400"/>
            </a:lvl1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800" b="1" dirty="0">
                <a:latin typeface="Century Gothic" panose="020B0502020202020204" pitchFamily="34" charset="0"/>
                <a:ea typeface="Red Hat Display"/>
                <a:cs typeface="Calibri" panose="020F0502020204030204" pitchFamily="34" charset="0"/>
                <a:sym typeface="Red Hat Display"/>
              </a:rPr>
              <a:t>PRESENTATION</a:t>
            </a:r>
            <a:br>
              <a:rPr lang="en-GB" sz="4800" b="1" dirty="0">
                <a:latin typeface="Century Gothic" panose="020B0502020202020204" pitchFamily="34" charset="0"/>
                <a:ea typeface="Red Hat Display"/>
                <a:cs typeface="Calibri" panose="020F0502020204030204" pitchFamily="34" charset="0"/>
                <a:sym typeface="Red Hat Display"/>
              </a:rPr>
            </a:br>
            <a:r>
              <a:rPr lang="en-GB" sz="4800" b="1" dirty="0">
                <a:latin typeface="Century Gothic" panose="020B0502020202020204" pitchFamily="34" charset="0"/>
                <a:ea typeface="Red Hat Display"/>
                <a:cs typeface="Calibri" panose="020F0502020204030204" pitchFamily="34" charset="0"/>
                <a:sym typeface="Red Hat Display"/>
              </a:rPr>
              <a:t>TITTLE</a:t>
            </a:r>
            <a:endParaRPr sz="4800" b="1" dirty="0">
              <a:latin typeface="Century Gothic" panose="020B0502020202020204" pitchFamily="34" charset="0"/>
              <a:ea typeface="Red Hat Display"/>
              <a:cs typeface="Calibri" panose="020F0502020204030204" pitchFamily="34" charset="0"/>
              <a:sym typeface="Red Hat Display"/>
            </a:endParaRPr>
          </a:p>
        </p:txBody>
      </p:sp>
      <p:sp>
        <p:nvSpPr>
          <p:cNvPr id="9" name="Google Shape;55;p1">
            <a:extLst>
              <a:ext uri="{FF2B5EF4-FFF2-40B4-BE49-F238E27FC236}">
                <a16:creationId xmlns:a16="http://schemas.microsoft.com/office/drawing/2014/main" id="{E5E4EFC6-10AC-457A-90BE-EB16C5D5FDC1}"/>
              </a:ext>
            </a:extLst>
          </p:cNvPr>
          <p:cNvSpPr txBox="1"/>
          <p:nvPr userDrawn="1"/>
        </p:nvSpPr>
        <p:spPr>
          <a:xfrm>
            <a:off x="1219200" y="4442603"/>
            <a:ext cx="139518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1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4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DC77A7-8710-436F-B5E7-19B60E66B5F0}"/>
              </a:ext>
            </a:extLst>
          </p:cNvPr>
          <p:cNvSpPr/>
          <p:nvPr userDrawn="1"/>
        </p:nvSpPr>
        <p:spPr>
          <a:xfrm>
            <a:off x="975360" y="4497639"/>
            <a:ext cx="243840" cy="243840"/>
          </a:xfrm>
          <a:prstGeom prst="ellipse">
            <a:avLst/>
          </a:prstGeom>
          <a:solidFill>
            <a:srgbClr val="D1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pic>
        <p:nvPicPr>
          <p:cNvPr id="11" name="Picture 10" descr="A red and white background with a design&#10;&#10;Description automatically generated">
            <a:extLst>
              <a:ext uri="{FF2B5EF4-FFF2-40B4-BE49-F238E27FC236}">
                <a16:creationId xmlns:a16="http://schemas.microsoft.com/office/drawing/2014/main" id="{418E62F8-02A7-4379-A005-0EF5EC635B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6156" y="0"/>
            <a:ext cx="3612229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A0ADE9-7A46-486B-82F3-A690D904DF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720" y="518425"/>
            <a:ext cx="4286012" cy="10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6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7BBF4DE-513C-4814-86EE-EEEA3522B6F4}"/>
              </a:ext>
            </a:extLst>
          </p:cNvPr>
          <p:cNvSpPr/>
          <p:nvPr userDrawn="1"/>
        </p:nvSpPr>
        <p:spPr>
          <a:xfrm>
            <a:off x="0" y="462013"/>
            <a:ext cx="96253" cy="7783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sp>
        <p:nvSpPr>
          <p:cNvPr id="23" name="Google Shape;15;p13">
            <a:extLst>
              <a:ext uri="{FF2B5EF4-FFF2-40B4-BE49-F238E27FC236}">
                <a16:creationId xmlns:a16="http://schemas.microsoft.com/office/drawing/2014/main" id="{E201477A-2207-47E3-9C82-AA3445AF1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27565"/>
            <a:ext cx="6530534" cy="304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9" name="Google Shape;19;p14">
            <a:extLst>
              <a:ext uri="{FF2B5EF4-FFF2-40B4-BE49-F238E27FC236}">
                <a16:creationId xmlns:a16="http://schemas.microsoft.com/office/drawing/2014/main" id="{214D99CB-0A61-44BD-9A7F-7B1235CA93FA}"/>
              </a:ext>
            </a:extLst>
          </p:cNvPr>
          <p:cNvSpPr txBox="1">
            <a:spLocks/>
          </p:cNvSpPr>
          <p:nvPr userDrawn="1"/>
        </p:nvSpPr>
        <p:spPr>
          <a:xfrm>
            <a:off x="8517256" y="474212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>
                <a:solidFill>
                  <a:schemeClr val="tx1"/>
                </a:solidFill>
              </a:rPr>
              <a:pPr/>
              <a:t>‹#›</a:t>
            </a:fld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Google Shape;55;p1">
            <a:extLst>
              <a:ext uri="{FF2B5EF4-FFF2-40B4-BE49-F238E27FC236}">
                <a16:creationId xmlns:a16="http://schemas.microsoft.com/office/drawing/2014/main" id="{81EFFF43-0464-49FF-9D8B-0F13EBE1A872}"/>
              </a:ext>
            </a:extLst>
          </p:cNvPr>
          <p:cNvSpPr txBox="1"/>
          <p:nvPr userDrawn="1"/>
        </p:nvSpPr>
        <p:spPr>
          <a:xfrm>
            <a:off x="3779520" y="4786123"/>
            <a:ext cx="139518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b="0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0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E50399-EDE1-4C7B-83BC-4CEAAD93E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lang="en-US" sz="4800" b="1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Arial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2387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69E0535-6FD9-4D8F-80CA-FF7A96DB665F}"/>
              </a:ext>
            </a:extLst>
          </p:cNvPr>
          <p:cNvSpPr/>
          <p:nvPr userDrawn="1"/>
        </p:nvSpPr>
        <p:spPr>
          <a:xfrm>
            <a:off x="0" y="462013"/>
            <a:ext cx="96253" cy="7783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W"/>
          </a:p>
        </p:txBody>
      </p:sp>
      <p:pic>
        <p:nvPicPr>
          <p:cNvPr id="26" name="Picture 25" descr="A black and red background with a bird&#10;&#10;Description automatically generated">
            <a:extLst>
              <a:ext uri="{FF2B5EF4-FFF2-40B4-BE49-F238E27FC236}">
                <a16:creationId xmlns:a16="http://schemas.microsoft.com/office/drawing/2014/main" id="{7356EFA9-D406-4147-B1F7-82B217840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52618" y="0"/>
            <a:ext cx="2591382" cy="5143500"/>
          </a:xfrm>
          <a:prstGeom prst="rect">
            <a:avLst/>
          </a:prstGeom>
        </p:spPr>
      </p:pic>
      <p:sp>
        <p:nvSpPr>
          <p:cNvPr id="27" name="Google Shape;15;p13">
            <a:extLst>
              <a:ext uri="{FF2B5EF4-FFF2-40B4-BE49-F238E27FC236}">
                <a16:creationId xmlns:a16="http://schemas.microsoft.com/office/drawing/2014/main" id="{F5F3B15A-58C1-48A3-AB6A-E8A3A8F0B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27565"/>
            <a:ext cx="6530534" cy="304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8" name="Google Shape;19;p14">
            <a:extLst>
              <a:ext uri="{FF2B5EF4-FFF2-40B4-BE49-F238E27FC236}">
                <a16:creationId xmlns:a16="http://schemas.microsoft.com/office/drawing/2014/main" id="{A6353D6C-199F-4C21-9FC8-2D00FAAA26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" name="Google Shape;55;p1">
            <a:extLst>
              <a:ext uri="{FF2B5EF4-FFF2-40B4-BE49-F238E27FC236}">
                <a16:creationId xmlns:a16="http://schemas.microsoft.com/office/drawing/2014/main" id="{4544F053-DAFF-4191-A4FE-EAC318BF6A0C}"/>
              </a:ext>
            </a:extLst>
          </p:cNvPr>
          <p:cNvSpPr txBox="1"/>
          <p:nvPr userDrawn="1"/>
        </p:nvSpPr>
        <p:spPr>
          <a:xfrm>
            <a:off x="3779520" y="4786123"/>
            <a:ext cx="139518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b="0" i="0" u="none" strike="noStrike" cap="none" dirty="0" err="1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www.aum.edu.kw</a:t>
            </a:r>
            <a:endParaRPr sz="1000" b="0" i="0" u="none" strike="noStrike" cap="none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E2517-3805-41A0-9280-523D3C8CC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lang="en-US" sz="4800" b="1" i="0" u="none" strike="noStrike" cap="none" dirty="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Arial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38971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onics-tutorials.ws/systems/negative-feedback.html" TargetMode="External"/><Relationship Id="rId2" Type="http://schemas.openxmlformats.org/officeDocument/2006/relationships/hyperlink" Target="https://www.tutorialspoint.com/linear_integrated_circuits_applications/linear_integrated_circuits_applications_waveform_generator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ectronics-tutorials.ws/opamp/op-amp-multivibrato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7C560F-F4A7-40EA-8498-473346192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859" y="906478"/>
            <a:ext cx="6490091" cy="2677626"/>
          </a:xfrm>
        </p:spPr>
        <p:txBody>
          <a:bodyPr/>
          <a:lstStyle/>
          <a:p>
            <a:r>
              <a:rPr lang="en-US" dirty="0"/>
              <a:t>Square &amp; Triangular Wave Generator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A3C43-92E0-F5A2-E3F7-E8FE9709E563}"/>
              </a:ext>
            </a:extLst>
          </p:cNvPr>
          <p:cNvSpPr txBox="1"/>
          <p:nvPr/>
        </p:nvSpPr>
        <p:spPr>
          <a:xfrm>
            <a:off x="1035513" y="3618238"/>
            <a:ext cx="32579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Yousef AlAbdulrazzaq 75018</a:t>
            </a:r>
          </a:p>
          <a:p>
            <a:r>
              <a:rPr lang="en-US" dirty="0"/>
              <a:t>Hamad AlAjmi	10081835</a:t>
            </a:r>
          </a:p>
          <a:p>
            <a:r>
              <a:rPr lang="en-US" dirty="0"/>
              <a:t>Mohammad AlDosari	74123</a:t>
            </a:r>
          </a:p>
        </p:txBody>
      </p:sp>
    </p:spTree>
    <p:extLst>
      <p:ext uri="{BB962C8B-B14F-4D97-AF65-F5344CB8AC3E}">
        <p14:creationId xmlns:p14="http://schemas.microsoft.com/office/powerpoint/2010/main" val="399831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6D27AE-C6BE-4E7E-97F3-EB824CA2B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square and triangular waveforms using LM371 op-amps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Show that integrating a square wave results in a triangular wave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Design a working prototype and verify through simulation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3544B138-BE75-40F8-BAAA-516E76D073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25ED521-1805-4ADC-978E-D51BE5C7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416562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89198-346A-5D29-FE3B-08C6A8957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0517D88-B601-B326-E348-6AA199ADE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Power on </a:t>
            </a:r>
            <a:r>
              <a:rPr lang="en-US" dirty="0">
                <a:sym typeface="Wingdings" panose="05000000000000000000" pitchFamily="2" charset="2"/>
              </a:rPr>
              <a:t> Output goes to +</a:t>
            </a:r>
            <a:r>
              <a:rPr lang="en-US" dirty="0" err="1">
                <a:sym typeface="Wingdings" panose="05000000000000000000" pitchFamily="2" charset="2"/>
              </a:rPr>
              <a:t>Vcc</a:t>
            </a: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C1 charges through R1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C1 voltage exceeds threshold  Output flips to –</a:t>
            </a:r>
            <a:r>
              <a:rPr lang="en-US" dirty="0" err="1">
                <a:sym typeface="Wingdings" panose="05000000000000000000" pitchFamily="2" charset="2"/>
              </a:rPr>
              <a:t>Vcc</a:t>
            </a: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C1 discharges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C1 drops below negative threshold  Output flips to +</a:t>
            </a:r>
            <a:r>
              <a:rPr lang="en-US" dirty="0" err="1">
                <a:sym typeface="Wingdings" panose="05000000000000000000" pitchFamily="2" charset="2"/>
              </a:rPr>
              <a:t>Vcc</a:t>
            </a: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ym typeface="Wingdings" panose="05000000000000000000" pitchFamily="2" charset="2"/>
              </a:rPr>
              <a:t>Cycle repeats producing square waveform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900" dirty="0"/>
              <a:t>						[1]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1300B665-A4F2-DA61-F9C1-C93EDE6A7C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387F9B2-038E-AB94-7214-836ACD1F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Theory (Square Wave)</a:t>
            </a:r>
          </a:p>
        </p:txBody>
      </p:sp>
    </p:spTree>
    <p:extLst>
      <p:ext uri="{BB962C8B-B14F-4D97-AF65-F5344CB8AC3E}">
        <p14:creationId xmlns:p14="http://schemas.microsoft.com/office/powerpoint/2010/main" val="181276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A3FF4-D4F5-1B44-42F0-006340700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C65D97-985C-2088-3A0C-D1767DB3B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Square wave input through R4</a:t>
            </a:r>
          </a:p>
          <a:p>
            <a:endParaRPr lang="en-US" sz="2000" dirty="0"/>
          </a:p>
          <a:p>
            <a:r>
              <a:rPr lang="en-US" sz="2000" dirty="0"/>
              <a:t>Operation:</a:t>
            </a:r>
          </a:p>
          <a:p>
            <a:pPr lvl="1"/>
            <a:r>
              <a:rPr lang="en-US" sz="1600" dirty="0"/>
              <a:t>Constant positive input </a:t>
            </a:r>
            <a:r>
              <a:rPr lang="en-US" sz="1600" dirty="0">
                <a:sym typeface="Wingdings" panose="05000000000000000000" pitchFamily="2" charset="2"/>
              </a:rPr>
              <a:t> Output ramps down linearly</a:t>
            </a:r>
          </a:p>
          <a:p>
            <a:pPr lvl="1"/>
            <a:r>
              <a:rPr lang="en-US" sz="1600" dirty="0"/>
              <a:t>Constant negative input </a:t>
            </a:r>
            <a:r>
              <a:rPr lang="en-US" sz="1600" dirty="0">
                <a:sym typeface="Wingdings" panose="05000000000000000000" pitchFamily="2" charset="2"/>
              </a:rPr>
              <a:t> Output ramps up linearly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Alternating +/- from square wave creates triangular wave</a:t>
            </a:r>
          </a:p>
          <a:p>
            <a:pPr marL="5969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8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A9FDC66E-8936-5AF1-3F8C-44E97AA52F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4B24B04-E991-E1CC-2B42-5F959BCE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Theory (Integrator)</a:t>
            </a:r>
          </a:p>
        </p:txBody>
      </p:sp>
    </p:spTree>
    <p:extLst>
      <p:ext uri="{BB962C8B-B14F-4D97-AF65-F5344CB8AC3E}">
        <p14:creationId xmlns:p14="http://schemas.microsoft.com/office/powerpoint/2010/main" val="169302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F18E-49C3-6179-7E0C-C69EB39C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8042B3-8F20-055F-3C5B-C4B453750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Criteria:</a:t>
            </a:r>
          </a:p>
          <a:p>
            <a:pPr lvl="1"/>
            <a:r>
              <a:rPr lang="en-US" sz="1600" dirty="0"/>
              <a:t>Generate stable square waveform</a:t>
            </a:r>
          </a:p>
          <a:p>
            <a:pPr lvl="1"/>
            <a:r>
              <a:rPr lang="en-US" sz="1600" dirty="0"/>
              <a:t>Integrate square wave into triangular waveform</a:t>
            </a:r>
          </a:p>
          <a:p>
            <a:pPr lvl="1"/>
            <a:r>
              <a:rPr lang="en-US" sz="1600" dirty="0"/>
              <a:t>Only use op-amps and passive components</a:t>
            </a:r>
          </a:p>
          <a:p>
            <a:pPr marL="596900" lvl="1" indent="0">
              <a:buNone/>
            </a:pPr>
            <a:endParaRPr lang="en-US" sz="1600" dirty="0"/>
          </a:p>
          <a:p>
            <a:r>
              <a:rPr lang="en-US" sz="2000" dirty="0"/>
              <a:t>Constraints: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Circuit does not have external input</a:t>
            </a:r>
          </a:p>
          <a:p>
            <a:pPr lvl="1"/>
            <a:r>
              <a:rPr lang="en-US" sz="1600" dirty="0">
                <a:sym typeface="Wingdings" panose="05000000000000000000" pitchFamily="2" charset="2"/>
              </a:rPr>
              <a:t>Use of standard RC components</a:t>
            </a:r>
            <a:endParaRPr lang="en-US" dirty="0">
              <a:sym typeface="Wingdings" panose="05000000000000000000" pitchFamily="2" charset="2"/>
            </a:endParaRPr>
          </a:p>
          <a:p>
            <a:pPr lvl="8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C0082B79-6EAD-CB8B-A4BE-22CCDEC8D8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4AFA71-B15B-96E3-F82E-CC4CF16C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Criteria &amp; Constraints</a:t>
            </a:r>
          </a:p>
        </p:txBody>
      </p:sp>
    </p:spTree>
    <p:extLst>
      <p:ext uri="{BB962C8B-B14F-4D97-AF65-F5344CB8AC3E}">
        <p14:creationId xmlns:p14="http://schemas.microsoft.com/office/powerpoint/2010/main" val="236679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618FF-DF45-BBEC-455C-5BF8874A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C5B675-3108-2B8A-8912-8C935066886A}"/>
              </a:ext>
            </a:extLst>
          </p:cNvPr>
          <p:cNvSpPr/>
          <p:nvPr/>
        </p:nvSpPr>
        <p:spPr>
          <a:xfrm>
            <a:off x="4202606" y="2055238"/>
            <a:ext cx="1257130" cy="11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U2</a:t>
            </a:r>
          </a:p>
          <a:p>
            <a:pPr algn="ctr"/>
            <a:r>
              <a:rPr lang="en-US" dirty="0"/>
              <a:t>Integrator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6BE0EE-3A3B-1418-58C9-7BF0310DED15}"/>
              </a:ext>
            </a:extLst>
          </p:cNvPr>
          <p:cNvSpPr/>
          <p:nvPr/>
        </p:nvSpPr>
        <p:spPr>
          <a:xfrm>
            <a:off x="302144" y="2055237"/>
            <a:ext cx="2260637" cy="11202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U1 </a:t>
            </a:r>
          </a:p>
          <a:p>
            <a:pPr algn="ctr"/>
            <a:r>
              <a:rPr lang="en-US" dirty="0"/>
              <a:t>Square Wave Generator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B251190E-799B-69C4-460D-09B896C5E9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D3B8CD8-E560-8435-EC82-383F275F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E5550-6696-EC68-EFEB-35FE5CE75636}"/>
              </a:ext>
            </a:extLst>
          </p:cNvPr>
          <p:cNvSpPr/>
          <p:nvPr/>
        </p:nvSpPr>
        <p:spPr>
          <a:xfrm>
            <a:off x="5650699" y="3628928"/>
            <a:ext cx="1876447" cy="11202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Triangular Waveform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FF3B1-B32A-9A47-F53F-4BD454CABBBC}"/>
              </a:ext>
            </a:extLst>
          </p:cNvPr>
          <p:cNvSpPr txBox="1"/>
          <p:nvPr/>
        </p:nvSpPr>
        <p:spPr>
          <a:xfrm>
            <a:off x="4687056" y="2527185"/>
            <a:ext cx="23617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000" dirty="0"/>
              <a:t>∫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809084-9FDA-6D41-AC57-5EC4084F2D72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2562781" y="2615384"/>
            <a:ext cx="1639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30D3E3-1464-93C7-7A99-103D7417BDF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3207969" y="2615383"/>
            <a:ext cx="0" cy="1091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CD409E6-AAFD-BE43-165A-9DECFE2EAE31}"/>
              </a:ext>
            </a:extLst>
          </p:cNvPr>
          <p:cNvCxnSpPr>
            <a:stCxn id="6" idx="3"/>
            <a:endCxn id="5" idx="0"/>
          </p:cNvCxnSpPr>
          <p:nvPr/>
        </p:nvCxnSpPr>
        <p:spPr>
          <a:xfrm>
            <a:off x="5459736" y="2615384"/>
            <a:ext cx="1129187" cy="10135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9403D57E-B079-E83A-3B1F-611FC0E25D96}"/>
              </a:ext>
            </a:extLst>
          </p:cNvPr>
          <p:cNvGrpSpPr/>
          <p:nvPr/>
        </p:nvGrpSpPr>
        <p:grpSpPr>
          <a:xfrm>
            <a:off x="2213332" y="3707132"/>
            <a:ext cx="1989274" cy="1120292"/>
            <a:chOff x="2156906" y="3764282"/>
            <a:chExt cx="1989274" cy="11202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502FB9-C980-83F8-0873-6574B1550C0A}"/>
                </a:ext>
              </a:extLst>
            </p:cNvPr>
            <p:cNvSpPr/>
            <p:nvPr/>
          </p:nvSpPr>
          <p:spPr>
            <a:xfrm>
              <a:off x="2156906" y="3764282"/>
              <a:ext cx="1989274" cy="11202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Square Waveform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CBBF76B-7A86-7B8C-BFFD-AEF1870ED552}"/>
                </a:ext>
              </a:extLst>
            </p:cNvPr>
            <p:cNvCxnSpPr>
              <a:cxnSpLocks/>
            </p:cNvCxnSpPr>
            <p:nvPr/>
          </p:nvCxnSpPr>
          <p:spPr>
            <a:xfrm>
              <a:off x="2777609" y="4326747"/>
              <a:ext cx="10495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F76F21C2-A688-6097-AB07-402430273909}"/>
                </a:ext>
              </a:extLst>
            </p:cNvPr>
            <p:cNvGrpSpPr/>
            <p:nvPr/>
          </p:nvGrpSpPr>
          <p:grpSpPr>
            <a:xfrm>
              <a:off x="2824951" y="4148212"/>
              <a:ext cx="992238" cy="390402"/>
              <a:chOff x="2824951" y="4148212"/>
              <a:chExt cx="992238" cy="390402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39BDF5C-6AE7-D57E-CC96-6E3E13E89D1B}"/>
                  </a:ext>
                </a:extLst>
              </p:cNvPr>
              <p:cNvCxnSpPr/>
              <p:nvPr/>
            </p:nvCxnSpPr>
            <p:spPr>
              <a:xfrm flipV="1">
                <a:off x="2824951" y="4153124"/>
                <a:ext cx="0" cy="19520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3E14CA53-5297-E844-5DA8-B3EEE70D63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4951" y="4153124"/>
                <a:ext cx="11202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E0F52F7-4773-D79D-765F-70634BB265F7}"/>
                  </a:ext>
                </a:extLst>
              </p:cNvPr>
              <p:cNvCxnSpPr/>
              <p:nvPr/>
            </p:nvCxnSpPr>
            <p:spPr>
              <a:xfrm flipV="1">
                <a:off x="2936980" y="4153124"/>
                <a:ext cx="0" cy="19520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06CC6E7-3C5C-48C4-1A05-1FAE8C1DD926}"/>
                  </a:ext>
                </a:extLst>
              </p:cNvPr>
              <p:cNvCxnSpPr/>
              <p:nvPr/>
            </p:nvCxnSpPr>
            <p:spPr>
              <a:xfrm flipV="1">
                <a:off x="2936980" y="4326747"/>
                <a:ext cx="0" cy="19520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0803155-4342-8118-5E35-C9056210F6D9}"/>
                  </a:ext>
                </a:extLst>
              </p:cNvPr>
              <p:cNvCxnSpPr/>
              <p:nvPr/>
            </p:nvCxnSpPr>
            <p:spPr>
              <a:xfrm flipV="1">
                <a:off x="3056074" y="4153123"/>
                <a:ext cx="0" cy="19520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7E84866-4838-FAF9-F652-10400514B1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56074" y="4153123"/>
                <a:ext cx="11202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F093780-C214-9EFA-E506-A775111237FB}"/>
                  </a:ext>
                </a:extLst>
              </p:cNvPr>
              <p:cNvCxnSpPr/>
              <p:nvPr/>
            </p:nvCxnSpPr>
            <p:spPr>
              <a:xfrm flipV="1">
                <a:off x="3056074" y="4330483"/>
                <a:ext cx="0" cy="195201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A49F05E-A3A7-1995-146B-4D1CA5FB15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36980" y="4521947"/>
                <a:ext cx="11202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9" name="Group 1028">
                <a:extLst>
                  <a:ext uri="{FF2B5EF4-FFF2-40B4-BE49-F238E27FC236}">
                    <a16:creationId xmlns:a16="http://schemas.microsoft.com/office/drawing/2014/main" id="{FB393A51-5220-A9A5-F1C8-C4D95DA99CFA}"/>
                  </a:ext>
                </a:extLst>
              </p:cNvPr>
              <p:cNvGrpSpPr/>
              <p:nvPr/>
            </p:nvGrpSpPr>
            <p:grpSpPr>
              <a:xfrm>
                <a:off x="3168103" y="4148212"/>
                <a:ext cx="649086" cy="390402"/>
                <a:chOff x="3168103" y="4148212"/>
                <a:chExt cx="649086" cy="390402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0264666-8DD2-09AB-F626-E8307BF6B98D}"/>
                    </a:ext>
                  </a:extLst>
                </p:cNvPr>
                <p:cNvCxnSpPr/>
                <p:nvPr/>
              </p:nvCxnSpPr>
              <p:spPr>
                <a:xfrm flipV="1">
                  <a:off x="3168103" y="4155822"/>
                  <a:ext cx="0" cy="1952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BFF65F1-17C1-29E9-9D8E-B68D1AC72BE1}"/>
                    </a:ext>
                  </a:extLst>
                </p:cNvPr>
                <p:cNvCxnSpPr/>
                <p:nvPr/>
              </p:nvCxnSpPr>
              <p:spPr>
                <a:xfrm flipV="1">
                  <a:off x="3168103" y="4324428"/>
                  <a:ext cx="0" cy="1952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4E66C033-E840-EB7B-E26E-A237D3AC90FB}"/>
                    </a:ext>
                  </a:extLst>
                </p:cNvPr>
                <p:cNvCxnSpPr/>
                <p:nvPr/>
              </p:nvCxnSpPr>
              <p:spPr>
                <a:xfrm flipV="1">
                  <a:off x="3275168" y="4324427"/>
                  <a:ext cx="0" cy="1952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943479A-DDDB-4FB8-4C64-0FB441A9DE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168103" y="4515089"/>
                  <a:ext cx="112029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6C98AF73-10A6-B3BD-95CC-EEAF273DE340}"/>
                    </a:ext>
                  </a:extLst>
                </p:cNvPr>
                <p:cNvCxnSpPr/>
                <p:nvPr/>
              </p:nvCxnSpPr>
              <p:spPr>
                <a:xfrm flipV="1">
                  <a:off x="3275168" y="4148879"/>
                  <a:ext cx="0" cy="195201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883B95B0-068D-C148-A443-06C4D1BB99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70664" y="4152725"/>
                  <a:ext cx="112029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27" name="Group 1026">
                  <a:extLst>
                    <a:ext uri="{FF2B5EF4-FFF2-40B4-BE49-F238E27FC236}">
                      <a16:creationId xmlns:a16="http://schemas.microsoft.com/office/drawing/2014/main" id="{A93C1AB8-293F-A638-B352-FA62AADC3F4B}"/>
                    </a:ext>
                  </a:extLst>
                </p:cNvPr>
                <p:cNvGrpSpPr/>
                <p:nvPr/>
              </p:nvGrpSpPr>
              <p:grpSpPr>
                <a:xfrm>
                  <a:off x="3376633" y="4148212"/>
                  <a:ext cx="440556" cy="390402"/>
                  <a:chOff x="3376633" y="4148212"/>
                  <a:chExt cx="440556" cy="390402"/>
                </a:xfrm>
              </p:grpSpPr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9493CF6B-A3E8-3EF1-51B3-65AA7A62B34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382693" y="4155244"/>
                    <a:ext cx="0" cy="1952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632FB50C-243B-2F1B-9684-656617E1CA4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81649" y="4326747"/>
                    <a:ext cx="0" cy="1952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13AB9A54-13A8-8229-77AD-04BEFF6BAF9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93749" y="4148212"/>
                    <a:ext cx="0" cy="1952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AE4428CF-D3D4-C6BF-0B68-87B6B6BC000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481649" y="4155244"/>
                    <a:ext cx="0" cy="1952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DE48AB64-997A-0348-B39D-78FEAFBB3E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481102" y="4155244"/>
                    <a:ext cx="112029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BC4FE211-83A7-DD34-23D1-0BB02A44075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382693" y="4326747"/>
                    <a:ext cx="0" cy="195201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25" name="Group 1024">
                    <a:extLst>
                      <a:ext uri="{FF2B5EF4-FFF2-40B4-BE49-F238E27FC236}">
                        <a16:creationId xmlns:a16="http://schemas.microsoft.com/office/drawing/2014/main" id="{0777B415-D697-D4FD-28EE-2236B1E95B15}"/>
                      </a:ext>
                    </a:extLst>
                  </p:cNvPr>
                  <p:cNvGrpSpPr/>
                  <p:nvPr/>
                </p:nvGrpSpPr>
                <p:grpSpPr>
                  <a:xfrm>
                    <a:off x="3593131" y="4155244"/>
                    <a:ext cx="224058" cy="383370"/>
                    <a:chOff x="3593131" y="4155244"/>
                    <a:chExt cx="224058" cy="383370"/>
                  </a:xfrm>
                </p:grpSpPr>
                <p:cxnSp>
                  <p:nvCxnSpPr>
                    <p:cNvPr id="47" name="Straight Connector 46">
                      <a:extLst>
                        <a:ext uri="{FF2B5EF4-FFF2-40B4-BE49-F238E27FC236}">
                          <a16:creationId xmlns:a16="http://schemas.microsoft.com/office/drawing/2014/main" id="{B85000BB-6F8F-406C-62C8-5ED966E92EE2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705160" y="4336933"/>
                      <a:ext cx="0" cy="195201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Straight Connector 48">
                      <a:extLst>
                        <a:ext uri="{FF2B5EF4-FFF2-40B4-BE49-F238E27FC236}">
                          <a16:creationId xmlns:a16="http://schemas.microsoft.com/office/drawing/2014/main" id="{C4799E2B-B331-AD1C-39FA-FAEBE2A3A3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593131" y="4534420"/>
                      <a:ext cx="112029" cy="0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4D1362B4-BD33-DA88-D74C-377574C7D154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593131" y="4343413"/>
                      <a:ext cx="0" cy="195201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" name="Straight Connector 55">
                      <a:extLst>
                        <a:ext uri="{FF2B5EF4-FFF2-40B4-BE49-F238E27FC236}">
                          <a16:creationId xmlns:a16="http://schemas.microsoft.com/office/drawing/2014/main" id="{272A804B-C393-6069-C94B-6258F0AC7DD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705160" y="4155244"/>
                      <a:ext cx="0" cy="195201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4EEEE7EF-CD75-774E-55AD-1C09528EEC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705160" y="4155244"/>
                      <a:ext cx="112029" cy="0"/>
                    </a:xfrm>
                    <a:prstGeom prst="line">
                      <a:avLst/>
                    </a:prstGeom>
                    <a:ln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914396E1-1EC4-F055-C50B-735654AD2B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376633" y="4522539"/>
                    <a:ext cx="112029" cy="0"/>
                  </a:xfrm>
                  <a:prstGeom prst="line">
                    <a:avLst/>
                  </a:prstGeom>
                  <a:ln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BF890C97-8B04-A0DF-F6F9-A8E786520BC3}"/>
              </a:ext>
            </a:extLst>
          </p:cNvPr>
          <p:cNvCxnSpPr>
            <a:cxnSpLocks/>
          </p:cNvCxnSpPr>
          <p:nvPr/>
        </p:nvCxnSpPr>
        <p:spPr>
          <a:xfrm>
            <a:off x="6064147" y="4383863"/>
            <a:ext cx="10495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F6773E55-5C2B-F5CE-F007-E13246123D8F}"/>
              </a:ext>
            </a:extLst>
          </p:cNvPr>
          <p:cNvGrpSpPr/>
          <p:nvPr/>
        </p:nvGrpSpPr>
        <p:grpSpPr>
          <a:xfrm>
            <a:off x="6064147" y="4195694"/>
            <a:ext cx="162028" cy="188169"/>
            <a:chOff x="6064147" y="4195694"/>
            <a:chExt cx="162028" cy="188169"/>
          </a:xfrm>
        </p:grpSpPr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987BA332-72D0-F241-FDD4-8AD09B60AD8A}"/>
                </a:ext>
              </a:extLst>
            </p:cNvPr>
            <p:cNvCxnSpPr/>
            <p:nvPr/>
          </p:nvCxnSpPr>
          <p:spPr>
            <a:xfrm flipV="1">
              <a:off x="6064147" y="4205288"/>
              <a:ext cx="85828" cy="17857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53A3F9B4-D67C-F5C9-6220-7E8C521B9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9975" y="4195694"/>
              <a:ext cx="76200" cy="1816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89334520-5E17-7EAE-1D83-35CE51C384E9}"/>
              </a:ext>
            </a:extLst>
          </p:cNvPr>
          <p:cNvGrpSpPr/>
          <p:nvPr/>
        </p:nvGrpSpPr>
        <p:grpSpPr>
          <a:xfrm rot="10800000">
            <a:off x="6226175" y="4370712"/>
            <a:ext cx="162028" cy="188169"/>
            <a:chOff x="6064147" y="4195694"/>
            <a:chExt cx="162028" cy="188169"/>
          </a:xfrm>
        </p:grpSpPr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DE2C893B-F7D2-E5CD-9450-8B7AD5E2E11C}"/>
                </a:ext>
              </a:extLst>
            </p:cNvPr>
            <p:cNvCxnSpPr/>
            <p:nvPr/>
          </p:nvCxnSpPr>
          <p:spPr>
            <a:xfrm flipV="1">
              <a:off x="6064147" y="4205288"/>
              <a:ext cx="85828" cy="17857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84D1B630-EC71-62F9-19A0-5FFD76655F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9975" y="4195694"/>
              <a:ext cx="76200" cy="1816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3DFC4059-F0A2-A2B4-378C-C1DF599564F5}"/>
              </a:ext>
            </a:extLst>
          </p:cNvPr>
          <p:cNvGrpSpPr/>
          <p:nvPr/>
        </p:nvGrpSpPr>
        <p:grpSpPr>
          <a:xfrm>
            <a:off x="6377037" y="4205288"/>
            <a:ext cx="162028" cy="188169"/>
            <a:chOff x="6064147" y="4195694"/>
            <a:chExt cx="162028" cy="188169"/>
          </a:xfrm>
        </p:grpSpPr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0C1ABFE3-40CB-E07C-1968-722720688757}"/>
                </a:ext>
              </a:extLst>
            </p:cNvPr>
            <p:cNvCxnSpPr/>
            <p:nvPr/>
          </p:nvCxnSpPr>
          <p:spPr>
            <a:xfrm flipV="1">
              <a:off x="6064147" y="4205288"/>
              <a:ext cx="85828" cy="17857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1128B802-3DEC-5963-97FC-DAA686989E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9975" y="4195694"/>
              <a:ext cx="76200" cy="1816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A14C8549-84C2-C55C-96FD-AF6662EBD3B2}"/>
              </a:ext>
            </a:extLst>
          </p:cNvPr>
          <p:cNvGrpSpPr/>
          <p:nvPr/>
        </p:nvGrpSpPr>
        <p:grpSpPr>
          <a:xfrm rot="10800000">
            <a:off x="6537527" y="4378325"/>
            <a:ext cx="162028" cy="188169"/>
            <a:chOff x="6064147" y="4195694"/>
            <a:chExt cx="162028" cy="188169"/>
          </a:xfrm>
        </p:grpSpPr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F991898E-8441-707F-6BA3-5A1E276C6863}"/>
                </a:ext>
              </a:extLst>
            </p:cNvPr>
            <p:cNvCxnSpPr/>
            <p:nvPr/>
          </p:nvCxnSpPr>
          <p:spPr>
            <a:xfrm flipV="1">
              <a:off x="6064147" y="4205288"/>
              <a:ext cx="85828" cy="17857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9EF3C4F1-8FB0-8B4F-DA9F-E42DAC8EF2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9975" y="4195694"/>
              <a:ext cx="76200" cy="1816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0E23122D-B038-769C-6B4F-4717767099B8}"/>
              </a:ext>
            </a:extLst>
          </p:cNvPr>
          <p:cNvGrpSpPr/>
          <p:nvPr/>
        </p:nvGrpSpPr>
        <p:grpSpPr>
          <a:xfrm rot="10800000">
            <a:off x="6848878" y="4370712"/>
            <a:ext cx="162028" cy="188169"/>
            <a:chOff x="6064147" y="4195694"/>
            <a:chExt cx="162028" cy="188169"/>
          </a:xfrm>
        </p:grpSpPr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B9DB5ADF-90D8-1E3C-99EE-5C7DCD748EC2}"/>
                </a:ext>
              </a:extLst>
            </p:cNvPr>
            <p:cNvCxnSpPr/>
            <p:nvPr/>
          </p:nvCxnSpPr>
          <p:spPr>
            <a:xfrm flipV="1">
              <a:off x="6064147" y="4205288"/>
              <a:ext cx="85828" cy="17857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A8236151-3F10-008A-F325-A7DF97733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9975" y="4195694"/>
              <a:ext cx="76200" cy="1816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E8E0EABC-F5E6-7308-3A80-34E19A9400DD}"/>
              </a:ext>
            </a:extLst>
          </p:cNvPr>
          <p:cNvGrpSpPr/>
          <p:nvPr/>
        </p:nvGrpSpPr>
        <p:grpSpPr>
          <a:xfrm>
            <a:off x="6693202" y="4205571"/>
            <a:ext cx="162028" cy="188169"/>
            <a:chOff x="6064147" y="4195694"/>
            <a:chExt cx="162028" cy="188169"/>
          </a:xfrm>
        </p:grpSpPr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B3A36F53-52CD-F917-FA72-E4E3BEB2EFC4}"/>
                </a:ext>
              </a:extLst>
            </p:cNvPr>
            <p:cNvCxnSpPr/>
            <p:nvPr/>
          </p:nvCxnSpPr>
          <p:spPr>
            <a:xfrm flipV="1">
              <a:off x="6064147" y="4205288"/>
              <a:ext cx="85828" cy="17857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75B464D3-529D-F813-AABE-744D4D8A74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9975" y="4195694"/>
              <a:ext cx="76200" cy="18168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647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93-AF48-E89E-924A-A8DBDB10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BF484FA-631E-A9BA-8F07-C5F81A45E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41" y="157446"/>
            <a:ext cx="7896717" cy="47736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ECB0C0-3DD3-CE7A-457E-2421DBE79A39}"/>
              </a:ext>
            </a:extLst>
          </p:cNvPr>
          <p:cNvSpPr txBox="1"/>
          <p:nvPr/>
        </p:nvSpPr>
        <p:spPr>
          <a:xfrm>
            <a:off x="429950" y="4541721"/>
            <a:ext cx="2746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R1 would be a 10k</a:t>
            </a:r>
            <a:r>
              <a:rPr lang="el-GR" sz="1100" dirty="0"/>
              <a:t>Ω</a:t>
            </a:r>
            <a:r>
              <a:rPr lang="en-US" sz="1100" dirty="0"/>
              <a:t> potentiometer</a:t>
            </a:r>
          </a:p>
        </p:txBody>
      </p:sp>
    </p:spTree>
    <p:extLst>
      <p:ext uri="{BB962C8B-B14F-4D97-AF65-F5344CB8AC3E}">
        <p14:creationId xmlns:p14="http://schemas.microsoft.com/office/powerpoint/2010/main" val="71324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58F2-A143-C8A7-3034-2549A959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AC0A471-9658-4163-4EA9-2D448D5C531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/>
                  <a:t>R1 is a potentiometer which allows for adjustable frequency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R2 = R3 sets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sz="1600" dirty="0"/>
                      <m:t>β</m:t>
                    </m:r>
                    <m:r>
                      <m:rPr>
                        <m:nor/>
                      </m:rPr>
                      <a:rPr lang="en-US" sz="1600" b="0" i="0" dirty="0" smtClean="0"/>
                      <m:t> = </m:t>
                    </m:r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+10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=0.5 </m:t>
                    </m:r>
                  </m:oMath>
                </a14:m>
                <a:r>
                  <a:rPr lang="en-US" sz="800" dirty="0"/>
                  <a:t>[2]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100" dirty="0"/>
                  <a:t>This means 50% of the output voltage is fed back to pin 3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100" dirty="0"/>
                  <a:t>The thresholds are +6V &amp; -6V and the charge &amp; discharge time are equal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R4 controls charging rate of C2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R5 must be much larger than R4 to prevent integrator saturation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R6 is used to fix pin 3 of U2 at 0V, providing a </a:t>
                </a:r>
                <a:r>
                  <a:rPr lang="en-US" sz="1600"/>
                  <a:t>stable reference point</a:t>
                </a: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C1 easy to observe on oscilloscope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600" dirty="0"/>
                  <a:t>C2 smaller value results in larger amplitude of waveform</a:t>
                </a:r>
              </a:p>
            </p:txBody>
          </p:sp>
        </mc:Choice>
        <mc:Fallback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4AC0A471-9658-4163-4EA9-2D448D5C5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AF01674F-107D-F169-B626-A644DD6E7F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80D876F-74E6-7456-08A0-879D2EBA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Component Justification</a:t>
            </a:r>
          </a:p>
        </p:txBody>
      </p:sp>
    </p:spTree>
    <p:extLst>
      <p:ext uri="{BB962C8B-B14F-4D97-AF65-F5344CB8AC3E}">
        <p14:creationId xmlns:p14="http://schemas.microsoft.com/office/powerpoint/2010/main" val="151367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311B-B54A-7D2D-2FA4-736008CB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81FB05-1F49-6C27-385A-2C3051962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09" y="1386371"/>
            <a:ext cx="6425276" cy="3041310"/>
          </a:xfrm>
        </p:spPr>
        <p:txBody>
          <a:bodyPr/>
          <a:lstStyle/>
          <a:p>
            <a:r>
              <a:rPr lang="en-US" dirty="0"/>
              <a:t>If R1 is set to 1kΩ, the resultant frequency for both waveforms will be about 45Hz</a:t>
            </a:r>
          </a:p>
          <a:p>
            <a:r>
              <a:rPr lang="en-US" dirty="0"/>
              <a:t>The amplitude of both waveforms will be about ±11V</a:t>
            </a:r>
          </a:p>
          <a:p>
            <a:pPr lvl="1"/>
            <a:r>
              <a:rPr lang="en-US" dirty="0"/>
              <a:t>Saturation voltage is slightly less than ±12V supply</a:t>
            </a:r>
          </a:p>
          <a:p>
            <a:r>
              <a:rPr lang="en-US" dirty="0"/>
              <a:t>The waveforms’ rise and</a:t>
            </a:r>
          </a:p>
          <a:p>
            <a:pPr marL="114300" indent="0">
              <a:buNone/>
            </a:pPr>
            <a:r>
              <a:rPr lang="en-US" dirty="0"/>
              <a:t>      fall time should be equal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7AD707D7-F026-1B03-401C-B9FF6C0021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3C1B3B-BED7-F8F5-ACAF-29E71DD9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Expected Results</a:t>
            </a:r>
          </a:p>
        </p:txBody>
      </p:sp>
      <p:pic>
        <p:nvPicPr>
          <p:cNvPr id="2" name="Picture 1" descr="A black background with red and green lines&#10;&#10;AI-generated content may be incorrect.">
            <a:extLst>
              <a:ext uri="{FF2B5EF4-FFF2-40B4-BE49-F238E27FC236}">
                <a16:creationId xmlns:a16="http://schemas.microsoft.com/office/drawing/2014/main" id="{3D28AF5E-22DC-6FED-57F0-1A9CCAB0D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735" y="2900631"/>
            <a:ext cx="5131265" cy="2242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DB5EB3-D172-7A40-DA47-42AC45BD30B3}"/>
                  </a:ext>
                </a:extLst>
              </p:cNvPr>
              <p:cNvSpPr txBox="1"/>
              <p:nvPr/>
            </p:nvSpPr>
            <p:spPr>
              <a:xfrm>
                <a:off x="6091562" y="1119980"/>
                <a:ext cx="1984252" cy="1392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1∗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1∗</m:t>
                          </m:r>
                          <m:r>
                            <m:rPr>
                              <m:sty m:val="p"/>
                            </m:rPr>
                            <a:rPr lang="en-US" sz="11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⁡(</m:t>
                          </m:r>
                          <m:f>
                            <m:f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l-GR" sz="1100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num>
                            <m:den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el-GR" sz="1100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den>
                          </m:f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11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1∗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1∗2.2</m:t>
                          </m:r>
                        </m:den>
                      </m:f>
                      <m:r>
                        <a:rPr lang="en-US" sz="11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i="1" dirty="0">
                  <a:latin typeface="Cambria Math" panose="02040503050406030204" pitchFamily="18" charset="0"/>
                </a:endParaRPr>
              </a:p>
              <a:p>
                <a:endParaRPr lang="en-US" sz="11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≈45</m:t>
                      </m:r>
                      <m:r>
                        <a:rPr lang="en-US" sz="1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𝐻𝑧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dirty="0"/>
              </a:p>
              <a:p>
                <a:r>
                  <a:rPr lang="en-US" sz="1000" dirty="0"/>
                  <a:t>	                     </a:t>
                </a:r>
                <a:r>
                  <a:rPr lang="en-US" sz="800" dirty="0"/>
                  <a:t>[3]</a:t>
                </a:r>
                <a:endParaRPr lang="en-US" sz="1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DB5EB3-D172-7A40-DA47-42AC45BD3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562" y="1119980"/>
                <a:ext cx="1984252" cy="1392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00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5DC1-19C4-82E8-7D10-ECD2B124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2E23BA-4DF0-6842-2DEA-DCB187759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Successfully generated a square waveform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Correctly integrated the square wave into a triangular waveform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Designed a stable </a:t>
            </a:r>
            <a:r>
              <a:rPr lang="en-US"/>
              <a:t>and simple circuit </a:t>
            </a:r>
            <a:r>
              <a:rPr lang="en-US" dirty="0"/>
              <a:t>ready for prototyping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602594C8-4B37-78C4-6C80-584CA412DB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2C72F52-F49F-A8EF-C9FD-69D6E3C2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5240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0C81-6476-030F-23C9-5AABB350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3A310E-104D-6D65-7E56-AE631CF4C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/>
              <a:t>[1] </a:t>
            </a:r>
            <a:r>
              <a:rPr lang="en-US" sz="1200" dirty="0" err="1"/>
              <a:t>Tutorialspoint</a:t>
            </a:r>
            <a:r>
              <a:rPr lang="en-US" sz="1200" dirty="0"/>
              <a:t>, "Linear Integrated Circuits Applications - Waveform Generators," </a:t>
            </a:r>
            <a:r>
              <a:rPr lang="en-US" sz="1200" i="1" dirty="0" err="1"/>
              <a:t>Tutorialspoint</a:t>
            </a:r>
            <a:r>
              <a:rPr lang="en-US" sz="1200" dirty="0"/>
              <a:t>, 2024. [Online]. Available: </a:t>
            </a:r>
            <a:r>
              <a:rPr lang="en-US" sz="1200" dirty="0">
                <a:hlinkClick r:id="rId2"/>
              </a:rPr>
              <a:t>https://www.tutorialspoint.com/linear_integrated_circuits_applications/linear_integrated_circuits_applications_waveform_generators.htm</a:t>
            </a:r>
            <a:r>
              <a:rPr lang="en-US" sz="1200" dirty="0"/>
              <a:t>.</a:t>
            </a:r>
            <a:endParaRPr lang="en-US" sz="1200" b="1" dirty="0"/>
          </a:p>
          <a:p>
            <a:endParaRPr lang="en-US" sz="1200" b="1" dirty="0"/>
          </a:p>
          <a:p>
            <a:r>
              <a:rPr lang="en-US" sz="1200" dirty="0"/>
              <a:t>[2] </a:t>
            </a:r>
            <a:r>
              <a:rPr lang="en-US" sz="1200" dirty="0" err="1"/>
              <a:t>AspenCore</a:t>
            </a:r>
            <a:r>
              <a:rPr lang="en-US" sz="1200" dirty="0"/>
              <a:t>, Inc., "Negative Feedback Systems," </a:t>
            </a:r>
            <a:r>
              <a:rPr lang="en-US" sz="1200" i="1" dirty="0"/>
              <a:t>Electronics Tutorials</a:t>
            </a:r>
            <a:r>
              <a:rPr lang="en-US" sz="1200" dirty="0"/>
              <a:t>, 2024. [Online]. Available: </a:t>
            </a:r>
            <a:r>
              <a:rPr lang="en-US" sz="1200" dirty="0">
                <a:hlinkClick r:id="rId3"/>
              </a:rPr>
              <a:t>https://www.electronics-tutorials.ws/systems/negative-feedback.html</a:t>
            </a:r>
            <a:r>
              <a:rPr lang="en-US" sz="1200" dirty="0"/>
              <a:t>. </a:t>
            </a:r>
          </a:p>
          <a:p>
            <a:endParaRPr lang="en-US" sz="1200" dirty="0"/>
          </a:p>
          <a:p>
            <a:r>
              <a:rPr lang="en-US" sz="1200" dirty="0"/>
              <a:t>[3] </a:t>
            </a:r>
            <a:r>
              <a:rPr lang="en-US" sz="1200" dirty="0" err="1"/>
              <a:t>AspenCore</a:t>
            </a:r>
            <a:r>
              <a:rPr lang="en-US" sz="1200" dirty="0"/>
              <a:t>, Inc., "Op-amp Multivibrator," </a:t>
            </a:r>
            <a:r>
              <a:rPr lang="en-US" sz="1200" i="1" dirty="0"/>
              <a:t>Electronics Tutorials</a:t>
            </a:r>
            <a:r>
              <a:rPr lang="en-US" sz="1200" dirty="0"/>
              <a:t>, 2024. [Online]. Available: </a:t>
            </a:r>
            <a:r>
              <a:rPr lang="en-US" sz="1200" dirty="0">
                <a:hlinkClick r:id="rId4"/>
              </a:rPr>
              <a:t>https://www.electronics-tutorials.ws/opamp/op-amp-multivibrator.html</a:t>
            </a:r>
            <a:r>
              <a:rPr lang="en-US" sz="1200" dirty="0"/>
              <a:t>. </a:t>
            </a:r>
          </a:p>
        </p:txBody>
      </p:sp>
      <p:sp>
        <p:nvSpPr>
          <p:cNvPr id="4" name="Google Shape;19;p14">
            <a:extLst>
              <a:ext uri="{FF2B5EF4-FFF2-40B4-BE49-F238E27FC236}">
                <a16:creationId xmlns:a16="http://schemas.microsoft.com/office/drawing/2014/main" id="{6C616404-9208-6A46-BF78-4FE4896BB9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E2D7A08-D67F-CEB4-3595-CA74BE553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796423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188820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515</Words>
  <Application>Microsoft Office PowerPoint</Application>
  <PresentationFormat>On-screen Show (16:9)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Wingdings</vt:lpstr>
      <vt:lpstr>Century Gothic</vt:lpstr>
      <vt:lpstr>Red Hat Display</vt:lpstr>
      <vt:lpstr>Cambria Math</vt:lpstr>
      <vt:lpstr>Arial</vt:lpstr>
      <vt:lpstr>Simple Light</vt:lpstr>
      <vt:lpstr>Square &amp; Triangular Wave Generator</vt:lpstr>
      <vt:lpstr>Abstract</vt:lpstr>
      <vt:lpstr>Theory (Square Wave)</vt:lpstr>
      <vt:lpstr>Theory (Integrator)</vt:lpstr>
      <vt:lpstr>Criteria &amp; Constraints</vt:lpstr>
      <vt:lpstr>Block Diagram</vt:lpstr>
      <vt:lpstr>PowerPoint Presentation</vt:lpstr>
      <vt:lpstr>Component Justification</vt:lpstr>
      <vt:lpstr>Expected 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TITTLE</dc:title>
  <dc:creator>Taha Beyrouthy</dc:creator>
  <cp:lastModifiedBy>Yousef AlAbdulrazzaq</cp:lastModifiedBy>
  <cp:revision>21</cp:revision>
  <dcterms:modified xsi:type="dcterms:W3CDTF">2025-12-16T21:51:23Z</dcterms:modified>
</cp:coreProperties>
</file>